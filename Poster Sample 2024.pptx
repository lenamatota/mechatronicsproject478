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707475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A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3" autoAdjust="0"/>
    <p:restoredTop sz="94660"/>
  </p:normalViewPr>
  <p:slideViewPr>
    <p:cSldViewPr snapToGrid="0">
      <p:cViewPr varScale="1">
        <p:scale>
          <a:sx n="53" d="100"/>
          <a:sy n="53" d="100"/>
        </p:scale>
        <p:origin x="94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son, Anton [ahb@sun.ac.za]" userId="55d86214-13b3-4236-9e2c-9dbe63d5f72c" providerId="ADAL" clId="{5FFCD876-8DF3-4C3D-BE8F-E67562621617}"/>
    <pc:docChg chg="undo redo custSel addSld delSld modSld modMainMaster">
      <pc:chgData name="Basson, Anton [ahb@sun.ac.za]" userId="55d86214-13b3-4236-9e2c-9dbe63d5f72c" providerId="ADAL" clId="{5FFCD876-8DF3-4C3D-BE8F-E67562621617}" dt="2024-01-11T12:41:54.373" v="1778" actId="1036"/>
      <pc:docMkLst>
        <pc:docMk/>
      </pc:docMkLst>
      <pc:sldChg chg="addSp delSp modSp mod modClrScheme chgLayout">
        <pc:chgData name="Basson, Anton [ahb@sun.ac.za]" userId="55d86214-13b3-4236-9e2c-9dbe63d5f72c" providerId="ADAL" clId="{5FFCD876-8DF3-4C3D-BE8F-E67562621617}" dt="2024-01-11T12:41:54.373" v="1778" actId="1036"/>
        <pc:sldMkLst>
          <pc:docMk/>
          <pc:sldMk cId="1783110670" sldId="256"/>
        </pc:sldMkLst>
        <pc:spChg chg="add mod">
          <ac:chgData name="Basson, Anton [ahb@sun.ac.za]" userId="55d86214-13b3-4236-9e2c-9dbe63d5f72c" providerId="ADAL" clId="{5FFCD876-8DF3-4C3D-BE8F-E67562621617}" dt="2024-01-11T12:27:19.339" v="1661" actId="1076"/>
          <ac:spMkLst>
            <pc:docMk/>
            <pc:sldMk cId="1783110670" sldId="256"/>
            <ac:spMk id="4" creationId="{06A471B3-79A1-D236-A7AB-27D9CED96687}"/>
          </ac:spMkLst>
        </pc:spChg>
        <pc:spChg chg="add mod">
          <ac:chgData name="Basson, Anton [ahb@sun.ac.za]" userId="55d86214-13b3-4236-9e2c-9dbe63d5f72c" providerId="ADAL" clId="{5FFCD876-8DF3-4C3D-BE8F-E67562621617}" dt="2024-01-11T12:03:00.395" v="264" actId="1076"/>
          <ac:spMkLst>
            <pc:docMk/>
            <pc:sldMk cId="1783110670" sldId="256"/>
            <ac:spMk id="5" creationId="{422ED664-4BB1-FBF7-529D-8776BBC24ACC}"/>
          </ac:spMkLst>
        </pc:spChg>
        <pc:spChg chg="add del mod">
          <ac:chgData name="Basson, Anton [ahb@sun.ac.za]" userId="55d86214-13b3-4236-9e2c-9dbe63d5f72c" providerId="ADAL" clId="{5FFCD876-8DF3-4C3D-BE8F-E67562621617}" dt="2024-01-11T12:06:23.466" v="401" actId="478"/>
          <ac:spMkLst>
            <pc:docMk/>
            <pc:sldMk cId="1783110670" sldId="256"/>
            <ac:spMk id="6" creationId="{6F395C57-0BB7-D7AF-7A94-D9AD61F9B36F}"/>
          </ac:spMkLst>
        </pc:spChg>
        <pc:spChg chg="add del mod ord">
          <ac:chgData name="Basson, Anton [ahb@sun.ac.za]" userId="55d86214-13b3-4236-9e2c-9dbe63d5f72c" providerId="ADAL" clId="{5FFCD876-8DF3-4C3D-BE8F-E67562621617}" dt="2024-01-11T12:06:27.645" v="402" actId="700"/>
          <ac:spMkLst>
            <pc:docMk/>
            <pc:sldMk cId="1783110670" sldId="256"/>
            <ac:spMk id="7" creationId="{04B557B3-66C1-2F23-317D-8E8FC8FA8325}"/>
          </ac:spMkLst>
        </pc:spChg>
        <pc:spChg chg="add del mod ord">
          <ac:chgData name="Basson, Anton [ahb@sun.ac.za]" userId="55d86214-13b3-4236-9e2c-9dbe63d5f72c" providerId="ADAL" clId="{5FFCD876-8DF3-4C3D-BE8F-E67562621617}" dt="2024-01-11T12:06:27.645" v="402" actId="700"/>
          <ac:spMkLst>
            <pc:docMk/>
            <pc:sldMk cId="1783110670" sldId="256"/>
            <ac:spMk id="8" creationId="{1CC888DA-AD0F-FF6E-7CA5-4D9782E0C5A9}"/>
          </ac:spMkLst>
        </pc:spChg>
        <pc:spChg chg="add del mod ord">
          <ac:chgData name="Basson, Anton [ahb@sun.ac.za]" userId="55d86214-13b3-4236-9e2c-9dbe63d5f72c" providerId="ADAL" clId="{5FFCD876-8DF3-4C3D-BE8F-E67562621617}" dt="2024-01-11T12:06:27.645" v="402" actId="700"/>
          <ac:spMkLst>
            <pc:docMk/>
            <pc:sldMk cId="1783110670" sldId="256"/>
            <ac:spMk id="9" creationId="{29CE9134-39C0-2923-4AE2-420FBC6F4EF8}"/>
          </ac:spMkLst>
        </pc:spChg>
        <pc:spChg chg="add mod ord">
          <ac:chgData name="Basson, Anton [ahb@sun.ac.za]" userId="55d86214-13b3-4236-9e2c-9dbe63d5f72c" providerId="ADAL" clId="{5FFCD876-8DF3-4C3D-BE8F-E67562621617}" dt="2024-01-11T12:40:51.488" v="1749" actId="700"/>
          <ac:spMkLst>
            <pc:docMk/>
            <pc:sldMk cId="1783110670" sldId="256"/>
            <ac:spMk id="10" creationId="{AB7158BB-02E0-7F1E-4F6F-FACE39D626DA}"/>
          </ac:spMkLst>
        </pc:spChg>
        <pc:spChg chg="add mod ord">
          <ac:chgData name="Basson, Anton [ahb@sun.ac.za]" userId="55d86214-13b3-4236-9e2c-9dbe63d5f72c" providerId="ADAL" clId="{5FFCD876-8DF3-4C3D-BE8F-E67562621617}" dt="2024-01-11T12:40:51.488" v="1749" actId="700"/>
          <ac:spMkLst>
            <pc:docMk/>
            <pc:sldMk cId="1783110670" sldId="256"/>
            <ac:spMk id="11" creationId="{3DD2890A-75C2-6F9D-EFDD-7B264D5139C5}"/>
          </ac:spMkLst>
        </pc:spChg>
        <pc:spChg chg="add mod ord">
          <ac:chgData name="Basson, Anton [ahb@sun.ac.za]" userId="55d86214-13b3-4236-9e2c-9dbe63d5f72c" providerId="ADAL" clId="{5FFCD876-8DF3-4C3D-BE8F-E67562621617}" dt="2024-01-11T12:41:10.639" v="1765" actId="20577"/>
          <ac:spMkLst>
            <pc:docMk/>
            <pc:sldMk cId="1783110670" sldId="256"/>
            <ac:spMk id="12" creationId="{DB0C1533-B005-9CC9-9776-E51A339C2A87}"/>
          </ac:spMkLst>
        </pc:spChg>
        <pc:spChg chg="add mod">
          <ac:chgData name="Basson, Anton [ahb@sun.ac.za]" userId="55d86214-13b3-4236-9e2c-9dbe63d5f72c" providerId="ADAL" clId="{5FFCD876-8DF3-4C3D-BE8F-E67562621617}" dt="2024-01-11T12:35:18.669" v="1710"/>
          <ac:spMkLst>
            <pc:docMk/>
            <pc:sldMk cId="1783110670" sldId="256"/>
            <ac:spMk id="21" creationId="{D4021971-BC73-A75A-8B57-6CDB079CDA7D}"/>
          </ac:spMkLst>
        </pc:spChg>
        <pc:spChg chg="add mod">
          <ac:chgData name="Basson, Anton [ahb@sun.ac.za]" userId="55d86214-13b3-4236-9e2c-9dbe63d5f72c" providerId="ADAL" clId="{5FFCD876-8DF3-4C3D-BE8F-E67562621617}" dt="2024-01-11T12:35:18.669" v="1710"/>
          <ac:spMkLst>
            <pc:docMk/>
            <pc:sldMk cId="1783110670" sldId="256"/>
            <ac:spMk id="22" creationId="{8A79C216-DD6B-EE59-65FB-22A23510AD96}"/>
          </ac:spMkLst>
        </pc:spChg>
        <pc:spChg chg="add mod">
          <ac:chgData name="Basson, Anton [ahb@sun.ac.za]" userId="55d86214-13b3-4236-9e2c-9dbe63d5f72c" providerId="ADAL" clId="{5FFCD876-8DF3-4C3D-BE8F-E67562621617}" dt="2024-01-11T12:37:32.174" v="1731"/>
          <ac:spMkLst>
            <pc:docMk/>
            <pc:sldMk cId="1783110670" sldId="256"/>
            <ac:spMk id="23" creationId="{19F14E93-3870-61E0-5A0D-8231ED4B1ED0}"/>
          </ac:spMkLst>
        </pc:spChg>
        <pc:spChg chg="add mod">
          <ac:chgData name="Basson, Anton [ahb@sun.ac.za]" userId="55d86214-13b3-4236-9e2c-9dbe63d5f72c" providerId="ADAL" clId="{5FFCD876-8DF3-4C3D-BE8F-E67562621617}" dt="2024-01-11T12:37:32.174" v="1731"/>
          <ac:spMkLst>
            <pc:docMk/>
            <pc:sldMk cId="1783110670" sldId="256"/>
            <ac:spMk id="24" creationId="{8803D116-FF00-E0A1-B679-BDF63702381D}"/>
          </ac:spMkLst>
        </pc:spChg>
        <pc:picChg chg="add mod">
          <ac:chgData name="Basson, Anton [ahb@sun.ac.za]" userId="55d86214-13b3-4236-9e2c-9dbe63d5f72c" providerId="ADAL" clId="{5FFCD876-8DF3-4C3D-BE8F-E67562621617}" dt="2024-01-11T12:41:11.854" v="1766" actId="1035"/>
          <ac:picMkLst>
            <pc:docMk/>
            <pc:sldMk cId="1783110670" sldId="256"/>
            <ac:picMk id="14" creationId="{0D3868D1-89A0-AA69-CA5E-28E3EF4FD462}"/>
          </ac:picMkLst>
        </pc:picChg>
        <pc:picChg chg="add mod">
          <ac:chgData name="Basson, Anton [ahb@sun.ac.za]" userId="55d86214-13b3-4236-9e2c-9dbe63d5f72c" providerId="ADAL" clId="{5FFCD876-8DF3-4C3D-BE8F-E67562621617}" dt="2024-01-11T12:26:30.524" v="1655" actId="1076"/>
          <ac:picMkLst>
            <pc:docMk/>
            <pc:sldMk cId="1783110670" sldId="256"/>
            <ac:picMk id="16" creationId="{1546D6F2-9521-1FAF-155E-93A5F0A4DCB7}"/>
          </ac:picMkLst>
        </pc:picChg>
        <pc:picChg chg="add mod">
          <ac:chgData name="Basson, Anton [ahb@sun.ac.za]" userId="55d86214-13b3-4236-9e2c-9dbe63d5f72c" providerId="ADAL" clId="{5FFCD876-8DF3-4C3D-BE8F-E67562621617}" dt="2024-01-11T12:41:54.373" v="1778" actId="1036"/>
          <ac:picMkLst>
            <pc:docMk/>
            <pc:sldMk cId="1783110670" sldId="256"/>
            <ac:picMk id="18" creationId="{4E72B97D-7385-080B-E3C2-5142C2BDF57D}"/>
          </ac:picMkLst>
        </pc:picChg>
        <pc:picChg chg="add mod">
          <ac:chgData name="Basson, Anton [ahb@sun.ac.za]" userId="55d86214-13b3-4236-9e2c-9dbe63d5f72c" providerId="ADAL" clId="{5FFCD876-8DF3-4C3D-BE8F-E67562621617}" dt="2024-01-11T12:26:22.709" v="1653" actId="1076"/>
          <ac:picMkLst>
            <pc:docMk/>
            <pc:sldMk cId="1783110670" sldId="256"/>
            <ac:picMk id="20" creationId="{A121C8D5-9145-4CFD-1727-042886DC3B02}"/>
          </ac:picMkLst>
        </pc:picChg>
        <pc:picChg chg="add del mod">
          <ac:chgData name="Basson, Anton [ahb@sun.ac.za]" userId="55d86214-13b3-4236-9e2c-9dbe63d5f72c" providerId="ADAL" clId="{5FFCD876-8DF3-4C3D-BE8F-E67562621617}" dt="2024-01-11T12:24:39.427" v="1618" actId="478"/>
          <ac:picMkLst>
            <pc:docMk/>
            <pc:sldMk cId="1783110670" sldId="256"/>
            <ac:picMk id="1026" creationId="{48F6052F-26BB-729E-5337-2223A629C914}"/>
          </ac:picMkLst>
        </pc:picChg>
      </pc:sldChg>
      <pc:sldChg chg="addSp delSp modSp new del mod modClrScheme chgLayout">
        <pc:chgData name="Basson, Anton [ahb@sun.ac.za]" userId="55d86214-13b3-4236-9e2c-9dbe63d5f72c" providerId="ADAL" clId="{5FFCD876-8DF3-4C3D-BE8F-E67562621617}" dt="2024-01-11T12:25:48.182" v="1627" actId="2696"/>
        <pc:sldMkLst>
          <pc:docMk/>
          <pc:sldMk cId="56137699" sldId="257"/>
        </pc:sldMkLst>
        <pc:spChg chg="del">
          <ac:chgData name="Basson, Anton [ahb@sun.ac.za]" userId="55d86214-13b3-4236-9e2c-9dbe63d5f72c" providerId="ADAL" clId="{5FFCD876-8DF3-4C3D-BE8F-E67562621617}" dt="2024-01-11T12:23:15.074" v="1600" actId="700"/>
          <ac:spMkLst>
            <pc:docMk/>
            <pc:sldMk cId="56137699" sldId="257"/>
            <ac:spMk id="2" creationId="{D139FDB1-A531-63A9-CCC6-FAA0E8ABB72A}"/>
          </ac:spMkLst>
        </pc:spChg>
        <pc:spChg chg="del">
          <ac:chgData name="Basson, Anton [ahb@sun.ac.za]" userId="55d86214-13b3-4236-9e2c-9dbe63d5f72c" providerId="ADAL" clId="{5FFCD876-8DF3-4C3D-BE8F-E67562621617}" dt="2024-01-11T12:23:15.074" v="1600" actId="700"/>
          <ac:spMkLst>
            <pc:docMk/>
            <pc:sldMk cId="56137699" sldId="257"/>
            <ac:spMk id="3" creationId="{B9D95DAE-6CA5-8183-48FB-A88CF50062EF}"/>
          </ac:spMkLst>
        </pc:spChg>
        <pc:spChg chg="del">
          <ac:chgData name="Basson, Anton [ahb@sun.ac.za]" userId="55d86214-13b3-4236-9e2c-9dbe63d5f72c" providerId="ADAL" clId="{5FFCD876-8DF3-4C3D-BE8F-E67562621617}" dt="2024-01-11T12:23:15.074" v="1600" actId="700"/>
          <ac:spMkLst>
            <pc:docMk/>
            <pc:sldMk cId="56137699" sldId="257"/>
            <ac:spMk id="4" creationId="{46ADA64B-CF5E-4975-C62E-4914EACED8B1}"/>
          </ac:spMkLst>
        </pc:spChg>
        <pc:picChg chg="add mod">
          <ac:chgData name="Basson, Anton [ahb@sun.ac.za]" userId="55d86214-13b3-4236-9e2c-9dbe63d5f72c" providerId="ADAL" clId="{5FFCD876-8DF3-4C3D-BE8F-E67562621617}" dt="2024-01-11T12:25:14.372" v="1622" actId="1076"/>
          <ac:picMkLst>
            <pc:docMk/>
            <pc:sldMk cId="56137699" sldId="257"/>
            <ac:picMk id="5" creationId="{CD385479-3B2A-6715-D789-DB5169DAF105}"/>
          </ac:picMkLst>
        </pc:picChg>
      </pc:sldChg>
      <pc:sldChg chg="add del">
        <pc:chgData name="Basson, Anton [ahb@sun.ac.za]" userId="55d86214-13b3-4236-9e2c-9dbe63d5f72c" providerId="ADAL" clId="{5FFCD876-8DF3-4C3D-BE8F-E67562621617}" dt="2024-01-11T12:38:42.465" v="1733" actId="2890"/>
        <pc:sldMkLst>
          <pc:docMk/>
          <pc:sldMk cId="508752090" sldId="257"/>
        </pc:sldMkLst>
      </pc:sldChg>
      <pc:sldChg chg="modSp add del">
        <pc:chgData name="Basson, Anton [ahb@sun.ac.za]" userId="55d86214-13b3-4236-9e2c-9dbe63d5f72c" providerId="ADAL" clId="{5FFCD876-8DF3-4C3D-BE8F-E67562621617}" dt="2024-01-11T12:39:22.596" v="1746"/>
        <pc:sldMkLst>
          <pc:docMk/>
          <pc:sldMk cId="1526705917" sldId="257"/>
        </pc:sldMkLst>
        <pc:spChg chg="mod">
          <ac:chgData name="Basson, Anton [ahb@sun.ac.za]" userId="55d86214-13b3-4236-9e2c-9dbe63d5f72c" providerId="ADAL" clId="{5FFCD876-8DF3-4C3D-BE8F-E67562621617}" dt="2024-01-11T12:39:02.444" v="1745"/>
          <ac:spMkLst>
            <pc:docMk/>
            <pc:sldMk cId="1526705917" sldId="257"/>
            <ac:spMk id="23" creationId="{19F14E93-3870-61E0-5A0D-8231ED4B1ED0}"/>
          </ac:spMkLst>
        </pc:spChg>
        <pc:spChg chg="mod">
          <ac:chgData name="Basson, Anton [ahb@sun.ac.za]" userId="55d86214-13b3-4236-9e2c-9dbe63d5f72c" providerId="ADAL" clId="{5FFCD876-8DF3-4C3D-BE8F-E67562621617}" dt="2024-01-11T12:39:02.444" v="1745"/>
          <ac:spMkLst>
            <pc:docMk/>
            <pc:sldMk cId="1526705917" sldId="257"/>
            <ac:spMk id="24" creationId="{8803D116-FF00-E0A1-B679-BDF63702381D}"/>
          </ac:spMkLst>
        </pc:spChg>
      </pc:sldChg>
      <pc:sldMasterChg chg="addSldLayout modSldLayout">
        <pc:chgData name="Basson, Anton [ahb@sun.ac.za]" userId="55d86214-13b3-4236-9e2c-9dbe63d5f72c" providerId="ADAL" clId="{5FFCD876-8DF3-4C3D-BE8F-E67562621617}" dt="2024-01-11T12:41:35.317" v="1767" actId="207"/>
        <pc:sldMasterMkLst>
          <pc:docMk/>
          <pc:sldMasterMk cId="4238983066" sldId="2147483660"/>
        </pc:sldMasterMkLst>
        <pc:sldLayoutChg chg="addSp modSp mod">
          <pc:chgData name="Basson, Anton [ahb@sun.ac.za]" userId="55d86214-13b3-4236-9e2c-9dbe63d5f72c" providerId="ADAL" clId="{5FFCD876-8DF3-4C3D-BE8F-E67562621617}" dt="2024-01-11T12:41:07.229" v="1762" actId="207"/>
          <pc:sldLayoutMkLst>
            <pc:docMk/>
            <pc:sldMasterMk cId="4238983066" sldId="2147483660"/>
            <pc:sldLayoutMk cId="2217622280" sldId="2147483667"/>
          </pc:sldLayoutMkLst>
          <pc:spChg chg="mod">
            <ac:chgData name="Basson, Anton [ahb@sun.ac.za]" userId="55d86214-13b3-4236-9e2c-9dbe63d5f72c" providerId="ADAL" clId="{5FFCD876-8DF3-4C3D-BE8F-E67562621617}" dt="2024-01-11T12:41:07.229" v="1762" actId="207"/>
            <ac:spMkLst>
              <pc:docMk/>
              <pc:sldMasterMk cId="4238983066" sldId="2147483660"/>
              <pc:sldLayoutMk cId="2217622280" sldId="2147483667"/>
              <ac:spMk id="7" creationId="{4715C07A-7AD0-44C9-757F-F4561534A2C0}"/>
            </ac:spMkLst>
          </pc:spChg>
          <pc:spChg chg="add mod">
            <ac:chgData name="Basson, Anton [ahb@sun.ac.za]" userId="55d86214-13b3-4236-9e2c-9dbe63d5f72c" providerId="ADAL" clId="{5FFCD876-8DF3-4C3D-BE8F-E67562621617}" dt="2024-01-11T10:36:14.959" v="250" actId="571"/>
            <ac:spMkLst>
              <pc:docMk/>
              <pc:sldMasterMk cId="4238983066" sldId="2147483660"/>
              <pc:sldLayoutMk cId="2217622280" sldId="2147483667"/>
              <ac:spMk id="8" creationId="{635316E8-ABC7-DFC2-E855-CB3DAC2D0149}"/>
            </ac:spMkLst>
          </pc:spChg>
        </pc:sldLayoutChg>
        <pc:sldLayoutChg chg="addSp delSp modSp add mod modTransition">
          <pc:chgData name="Basson, Anton [ahb@sun.ac.za]" userId="55d86214-13b3-4236-9e2c-9dbe63d5f72c" providerId="ADAL" clId="{5FFCD876-8DF3-4C3D-BE8F-E67562621617}" dt="2024-01-11T12:41:35.317" v="1767" actId="207"/>
          <pc:sldLayoutMkLst>
            <pc:docMk/>
            <pc:sldMasterMk cId="4238983066" sldId="2147483660"/>
            <pc:sldLayoutMk cId="1678953321" sldId="2147483672"/>
          </pc:sldLayoutMkLst>
          <pc:spChg chg="del">
            <ac:chgData name="Basson, Anton [ahb@sun.ac.za]" userId="55d86214-13b3-4236-9e2c-9dbe63d5f72c" providerId="ADAL" clId="{5FFCD876-8DF3-4C3D-BE8F-E67562621617}" dt="2024-01-11T12:05:30.979" v="392" actId="478"/>
            <ac:spMkLst>
              <pc:docMk/>
              <pc:sldMasterMk cId="4238983066" sldId="2147483660"/>
              <pc:sldLayoutMk cId="1678953321" sldId="2147483672"/>
              <ac:spMk id="2" creationId="{00000000-0000-0000-0000-000000000000}"/>
            </ac:spMkLst>
          </pc:spChg>
          <pc:spChg chg="del">
            <ac:chgData name="Basson, Anton [ahb@sun.ac.za]" userId="55d86214-13b3-4236-9e2c-9dbe63d5f72c" providerId="ADAL" clId="{5FFCD876-8DF3-4C3D-BE8F-E67562621617}" dt="2024-01-11T12:05:29.437" v="391" actId="478"/>
            <ac:spMkLst>
              <pc:docMk/>
              <pc:sldMasterMk cId="4238983066" sldId="2147483660"/>
              <pc:sldLayoutMk cId="1678953321" sldId="2147483672"/>
              <ac:spMk id="3" creationId="{00000000-0000-0000-0000-000000000000}"/>
            </ac:spMkLst>
          </pc:spChg>
          <pc:spChg chg="del">
            <ac:chgData name="Basson, Anton [ahb@sun.ac.za]" userId="55d86214-13b3-4236-9e2c-9dbe63d5f72c" providerId="ADAL" clId="{5FFCD876-8DF3-4C3D-BE8F-E67562621617}" dt="2024-01-11T12:05:32.299" v="393" actId="478"/>
            <ac:spMkLst>
              <pc:docMk/>
              <pc:sldMasterMk cId="4238983066" sldId="2147483660"/>
              <pc:sldLayoutMk cId="1678953321" sldId="2147483672"/>
              <ac:spMk id="4" creationId="{00000000-0000-0000-0000-000000000000}"/>
            </ac:spMkLst>
          </pc:spChg>
          <pc:spChg chg="add mod">
            <ac:chgData name="Basson, Anton [ahb@sun.ac.za]" userId="55d86214-13b3-4236-9e2c-9dbe63d5f72c" providerId="ADAL" clId="{5FFCD876-8DF3-4C3D-BE8F-E67562621617}" dt="2024-01-11T12:38:57.896" v="1743" actId="14100"/>
            <ac:spMkLst>
              <pc:docMk/>
              <pc:sldMasterMk cId="4238983066" sldId="2147483660"/>
              <pc:sldLayoutMk cId="1678953321" sldId="2147483672"/>
              <ac:spMk id="6" creationId="{833031F9-6D0F-D883-C2CB-95C6E35D5221}"/>
            </ac:spMkLst>
          </pc:spChg>
          <pc:spChg chg="add del mod">
            <ac:chgData name="Basson, Anton [ahb@sun.ac.za]" userId="55d86214-13b3-4236-9e2c-9dbe63d5f72c" providerId="ADAL" clId="{5FFCD876-8DF3-4C3D-BE8F-E67562621617}" dt="2024-01-11T12:41:35.317" v="1767" actId="207"/>
            <ac:spMkLst>
              <pc:docMk/>
              <pc:sldMasterMk cId="4238983066" sldId="2147483660"/>
              <pc:sldLayoutMk cId="1678953321" sldId="2147483672"/>
              <ac:spMk id="7" creationId="{4715C07A-7AD0-44C9-757F-F4561534A2C0}"/>
            </ac:spMkLst>
          </pc:spChg>
          <pc:spChg chg="add mod">
            <ac:chgData name="Basson, Anton [ahb@sun.ac.za]" userId="55d86214-13b3-4236-9e2c-9dbe63d5f72c" providerId="ADAL" clId="{5FFCD876-8DF3-4C3D-BE8F-E67562621617}" dt="2024-01-11T12:38:57.454" v="1742" actId="14100"/>
            <ac:spMkLst>
              <pc:docMk/>
              <pc:sldMasterMk cId="4238983066" sldId="2147483660"/>
              <pc:sldLayoutMk cId="1678953321" sldId="2147483672"/>
              <ac:spMk id="8" creationId="{1CE4EFAB-E747-633F-1A44-B9F6362940A2}"/>
            </ac:spMkLst>
          </pc:spChg>
          <pc:spChg chg="add mod">
            <ac:chgData name="Basson, Anton [ahb@sun.ac.za]" userId="55d86214-13b3-4236-9e2c-9dbe63d5f72c" providerId="ADAL" clId="{5FFCD876-8DF3-4C3D-BE8F-E67562621617}" dt="2024-01-11T12:38:57.041" v="1741" actId="14100"/>
            <ac:spMkLst>
              <pc:docMk/>
              <pc:sldMasterMk cId="4238983066" sldId="2147483660"/>
              <pc:sldLayoutMk cId="1678953321" sldId="2147483672"/>
              <ac:spMk id="9" creationId="{7B2B5B3D-418F-A421-F720-804ED9123536}"/>
            </ac:spMkLst>
          </pc:spChg>
          <pc:spChg chg="add mod">
            <ac:chgData name="Basson, Anton [ahb@sun.ac.za]" userId="55d86214-13b3-4236-9e2c-9dbe63d5f72c" providerId="ADAL" clId="{5FFCD876-8DF3-4C3D-BE8F-E67562621617}" dt="2024-01-11T12:38:56.681" v="1740" actId="1076"/>
            <ac:spMkLst>
              <pc:docMk/>
              <pc:sldMasterMk cId="4238983066" sldId="2147483660"/>
              <pc:sldLayoutMk cId="1678953321" sldId="2147483672"/>
              <ac:spMk id="10" creationId="{60B5638E-60AE-5934-639E-F86A1BE6C9FA}"/>
            </ac:spMkLst>
          </pc:spChg>
          <pc:spChg chg="add mod">
            <ac:chgData name="Basson, Anton [ahb@sun.ac.za]" userId="55d86214-13b3-4236-9e2c-9dbe63d5f72c" providerId="ADAL" clId="{5FFCD876-8DF3-4C3D-BE8F-E67562621617}" dt="2024-01-11T12:38:56.293" v="1739" actId="1076"/>
            <ac:spMkLst>
              <pc:docMk/>
              <pc:sldMasterMk cId="4238983066" sldId="2147483660"/>
              <pc:sldLayoutMk cId="1678953321" sldId="2147483672"/>
              <ac:spMk id="11" creationId="{90B02E61-751D-2042-0657-4A82B55A77F5}"/>
            </ac:spMkLst>
          </pc:spChg>
          <pc:spChg chg="add mod">
            <ac:chgData name="Basson, Anton [ahb@sun.ac.za]" userId="55d86214-13b3-4236-9e2c-9dbe63d5f72c" providerId="ADAL" clId="{5FFCD876-8DF3-4C3D-BE8F-E67562621617}" dt="2024-01-11T12:33:19.198" v="1703" actId="1076"/>
            <ac:spMkLst>
              <pc:docMk/>
              <pc:sldMasterMk cId="4238983066" sldId="2147483660"/>
              <pc:sldLayoutMk cId="1678953321" sldId="2147483672"/>
              <ac:spMk id="12" creationId="{501561F1-9AB7-0F0E-6F3E-5F150CCD42A4}"/>
            </ac:spMkLst>
          </pc:spChg>
          <pc:cxnChg chg="add mod">
            <ac:chgData name="Basson, Anton [ahb@sun.ac.za]" userId="55d86214-13b3-4236-9e2c-9dbe63d5f72c" providerId="ADAL" clId="{5FFCD876-8DF3-4C3D-BE8F-E67562621617}" dt="2024-01-11T12:33:19.198" v="1703" actId="1076"/>
            <ac:cxnSpMkLst>
              <pc:docMk/>
              <pc:sldMasterMk cId="4238983066" sldId="2147483660"/>
              <pc:sldLayoutMk cId="1678953321" sldId="2147483672"/>
              <ac:cxnSpMk id="13" creationId="{522850B3-0166-54C5-78C7-D43860F770B5}"/>
            </ac:cxnSpMkLst>
          </pc:cxn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8061" y="2474395"/>
            <a:ext cx="18451354" cy="5263774"/>
          </a:xfrm>
        </p:spPr>
        <p:txBody>
          <a:bodyPr anchor="b"/>
          <a:lstStyle>
            <a:lvl1pPr algn="ctr">
              <a:defRPr sz="132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3435" y="7941160"/>
            <a:ext cx="16280606" cy="3650342"/>
          </a:xfrm>
        </p:spPr>
        <p:txBody>
          <a:bodyPr/>
          <a:lstStyle>
            <a:lvl1pPr marL="0" indent="0" algn="ctr">
              <a:buNone/>
              <a:defRPr sz="5291"/>
            </a:lvl1pPr>
            <a:lvl2pPr marL="1007943" indent="0" algn="ctr">
              <a:buNone/>
              <a:defRPr sz="4409"/>
            </a:lvl2pPr>
            <a:lvl3pPr marL="2015886" indent="0" algn="ctr">
              <a:buNone/>
              <a:defRPr sz="3968"/>
            </a:lvl3pPr>
            <a:lvl4pPr marL="3023829" indent="0" algn="ctr">
              <a:buNone/>
              <a:defRPr sz="3527"/>
            </a:lvl4pPr>
            <a:lvl5pPr marL="4031772" indent="0" algn="ctr">
              <a:buNone/>
              <a:defRPr sz="3527"/>
            </a:lvl5pPr>
            <a:lvl6pPr marL="5039716" indent="0" algn="ctr">
              <a:buNone/>
              <a:defRPr sz="3527"/>
            </a:lvl6pPr>
            <a:lvl7pPr marL="6047659" indent="0" algn="ctr">
              <a:buNone/>
              <a:defRPr sz="3527"/>
            </a:lvl7pPr>
            <a:lvl8pPr marL="7055602" indent="0" algn="ctr">
              <a:buNone/>
              <a:defRPr sz="3527"/>
            </a:lvl8pPr>
            <a:lvl9pPr marL="8063545" indent="0" algn="ctr">
              <a:buNone/>
              <a:defRPr sz="35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706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672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084" y="3769342"/>
            <a:ext cx="18722697" cy="6289229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1084" y="10118069"/>
            <a:ext cx="18722697" cy="3307357"/>
          </a:xfrm>
        </p:spPr>
        <p:txBody>
          <a:bodyPr/>
          <a:lstStyle>
            <a:lvl1pPr marL="0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1pPr>
            <a:lvl2pPr marL="1007943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2pPr>
            <a:lvl3pPr marL="2015886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3pPr>
            <a:lvl4pPr marL="3023829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4pPr>
            <a:lvl5pPr marL="4031772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5pPr>
            <a:lvl6pPr marL="5039716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6pPr>
            <a:lvl7pPr marL="6047659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7pPr>
            <a:lvl8pPr marL="7055602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8pPr>
            <a:lvl9pPr marL="8063545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55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2389" y="4024827"/>
            <a:ext cx="9225677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89409" y="4024827"/>
            <a:ext cx="9225677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594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216" y="804969"/>
            <a:ext cx="18722697" cy="2922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219" y="3706342"/>
            <a:ext cx="9183278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5219" y="5522763"/>
            <a:ext cx="9183278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89411" y="3706342"/>
            <a:ext cx="9228504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89411" y="5522763"/>
            <a:ext cx="9228504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86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580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  <p:pic>
        <p:nvPicPr>
          <p:cNvPr id="5" name="Picture 4" descr="A logo for a university&#10;&#10;Description automatically generated">
            <a:extLst>
              <a:ext uri="{FF2B5EF4-FFF2-40B4-BE49-F238E27FC236}">
                <a16:creationId xmlns:a16="http://schemas.microsoft.com/office/drawing/2014/main" id="{8011CE16-481F-FAA8-3ECC-3FAD2889C0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323" y="0"/>
            <a:ext cx="5258864" cy="26982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5C07A-7AD0-44C9-757F-F4561534A2C0}"/>
              </a:ext>
            </a:extLst>
          </p:cNvPr>
          <p:cNvSpPr txBox="1"/>
          <p:nvPr userDrawn="1"/>
        </p:nvSpPr>
        <p:spPr>
          <a:xfrm>
            <a:off x="1001268" y="656626"/>
            <a:ext cx="38267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2743200" algn="ctr"/>
                <a:tab pos="5486400" algn="r"/>
              </a:tabLst>
            </a:pPr>
            <a:r>
              <a:rPr lang="en-ZA" sz="2800" dirty="0">
                <a:solidFill>
                  <a:srgbClr val="790F3A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</a:t>
            </a:r>
            <a:br>
              <a:rPr lang="en-ZA" sz="2800" dirty="0">
                <a:solidFill>
                  <a:srgbClr val="790F3A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800" dirty="0" err="1">
                <a:solidFill>
                  <a:srgbClr val="790F3A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EyobuNjineli</a:t>
            </a:r>
            <a:endParaRPr lang="en-ZA" sz="2800" dirty="0">
              <a:solidFill>
                <a:srgbClr val="790F3A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tabLst>
                <a:tab pos="2743200" algn="ctr"/>
                <a:tab pos="5486400" algn="r"/>
              </a:tabLst>
            </a:pPr>
            <a:r>
              <a:rPr lang="en-ZA" sz="2800" dirty="0" err="1">
                <a:solidFill>
                  <a:srgbClr val="790F3A"/>
                </a:solidFill>
                <a:effectLst/>
                <a:latin typeface="Trebuchet MS" panose="020B0603020202020204" pitchFamily="34" charset="0"/>
                <a:cs typeface="Times New Roman" panose="02020603050405020304" pitchFamily="18" charset="0"/>
              </a:rPr>
              <a:t>Ingenieurswese</a:t>
            </a:r>
            <a:endParaRPr lang="en-ZA" sz="6600" dirty="0"/>
          </a:p>
        </p:txBody>
      </p:sp>
    </p:spTree>
    <p:extLst>
      <p:ext uri="{BB962C8B-B14F-4D97-AF65-F5344CB8AC3E}">
        <p14:creationId xmlns:p14="http://schemas.microsoft.com/office/powerpoint/2010/main" val="221762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for a university&#10;&#10;Description automatically generated">
            <a:extLst>
              <a:ext uri="{FF2B5EF4-FFF2-40B4-BE49-F238E27FC236}">
                <a16:creationId xmlns:a16="http://schemas.microsoft.com/office/drawing/2014/main" id="{8011CE16-481F-FAA8-3ECC-3FAD2889C0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323" y="0"/>
            <a:ext cx="5258864" cy="26982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5C07A-7AD0-44C9-757F-F4561534A2C0}"/>
              </a:ext>
            </a:extLst>
          </p:cNvPr>
          <p:cNvSpPr txBox="1"/>
          <p:nvPr userDrawn="1"/>
        </p:nvSpPr>
        <p:spPr>
          <a:xfrm>
            <a:off x="1001268" y="656626"/>
            <a:ext cx="38267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2743200" algn="ctr"/>
                <a:tab pos="5486400" algn="r"/>
              </a:tabLst>
            </a:pPr>
            <a:r>
              <a:rPr lang="en-ZA" sz="2800" dirty="0">
                <a:solidFill>
                  <a:srgbClr val="EBA90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</a:t>
            </a:r>
            <a:br>
              <a:rPr lang="en-ZA" sz="2800" dirty="0">
                <a:solidFill>
                  <a:srgbClr val="EBA90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ZA" sz="2800" dirty="0" err="1">
                <a:solidFill>
                  <a:srgbClr val="EBA90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EyobuNjineli</a:t>
            </a:r>
            <a:endParaRPr lang="en-ZA" sz="2800" dirty="0">
              <a:solidFill>
                <a:srgbClr val="EBA90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tabLst>
                <a:tab pos="2743200" algn="ctr"/>
                <a:tab pos="5486400" algn="r"/>
              </a:tabLst>
            </a:pPr>
            <a:r>
              <a:rPr lang="en-ZA" sz="2800" dirty="0" err="1">
                <a:solidFill>
                  <a:srgbClr val="EBA900"/>
                </a:solidFill>
                <a:effectLst/>
                <a:latin typeface="Trebuchet MS" panose="020B0603020202020204" pitchFamily="34" charset="0"/>
                <a:cs typeface="Times New Roman" panose="02020603050405020304" pitchFamily="18" charset="0"/>
              </a:rPr>
              <a:t>Ingenieurswese</a:t>
            </a:r>
            <a:endParaRPr lang="en-ZA" sz="6600" dirty="0">
              <a:solidFill>
                <a:srgbClr val="EBA9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3031F9-6D0F-D883-C2CB-95C6E35D5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6376" y="4026294"/>
            <a:ext cx="6408027" cy="10274922"/>
          </a:xfrm>
        </p:spPr>
        <p:txBody>
          <a:bodyPr/>
          <a:lstStyle>
            <a:lvl1pPr marL="0" indent="0" algn="ctr">
              <a:buNone/>
              <a:defRPr sz="4000"/>
            </a:lvl1pPr>
            <a:lvl2pPr marL="0" indent="0">
              <a:buNone/>
              <a:defRPr sz="28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E4EFAB-E747-633F-1A44-B9F6362940A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649723" y="4044582"/>
            <a:ext cx="6408027" cy="10256634"/>
          </a:xfr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  <a:lvl2pPr marL="0" indent="0">
              <a:buNone/>
              <a:defRPr sz="28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B2B5B3D-418F-A421-F720-804ED91235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4673072" y="4024827"/>
            <a:ext cx="6408027" cy="10256634"/>
          </a:xfrm>
        </p:spPr>
        <p:txBody>
          <a:bodyPr/>
          <a:lstStyle>
            <a:lvl1pPr marL="0" indent="0" algn="ctr">
              <a:buNone/>
              <a:defRPr sz="4000"/>
            </a:lvl1pPr>
            <a:lvl2pPr marL="0" indent="0">
              <a:buNone/>
              <a:defRPr sz="2800"/>
            </a:lvl2pPr>
            <a:lvl3pPr marL="2015886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7895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216" y="1007957"/>
            <a:ext cx="700122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28504" y="2176910"/>
            <a:ext cx="10989409" cy="10744538"/>
          </a:xfrm>
        </p:spPr>
        <p:txBody>
          <a:bodyPr/>
          <a:lstStyle>
            <a:lvl1pPr>
              <a:defRPr sz="7055"/>
            </a:lvl1pPr>
            <a:lvl2pPr>
              <a:defRPr sz="6173"/>
            </a:lvl2pPr>
            <a:lvl3pPr>
              <a:defRPr sz="5291"/>
            </a:lvl3pPr>
            <a:lvl4pPr>
              <a:defRPr sz="4409"/>
            </a:lvl4pPr>
            <a:lvl5pPr>
              <a:defRPr sz="4409"/>
            </a:lvl5pPr>
            <a:lvl6pPr>
              <a:defRPr sz="4409"/>
            </a:lvl6pPr>
            <a:lvl7pPr>
              <a:defRPr sz="4409"/>
            </a:lvl7pPr>
            <a:lvl8pPr>
              <a:defRPr sz="4409"/>
            </a:lvl8pPr>
            <a:lvl9pPr>
              <a:defRPr sz="44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5216" y="4535805"/>
            <a:ext cx="700122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454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216" y="1007957"/>
            <a:ext cx="700122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28504" y="2176910"/>
            <a:ext cx="10989409" cy="10744538"/>
          </a:xfrm>
        </p:spPr>
        <p:txBody>
          <a:bodyPr anchor="t"/>
          <a:lstStyle>
            <a:lvl1pPr marL="0" indent="0">
              <a:buNone/>
              <a:defRPr sz="7055"/>
            </a:lvl1pPr>
            <a:lvl2pPr marL="1007943" indent="0">
              <a:buNone/>
              <a:defRPr sz="6173"/>
            </a:lvl2pPr>
            <a:lvl3pPr marL="2015886" indent="0">
              <a:buNone/>
              <a:defRPr sz="5291"/>
            </a:lvl3pPr>
            <a:lvl4pPr marL="3023829" indent="0">
              <a:buNone/>
              <a:defRPr sz="4409"/>
            </a:lvl4pPr>
            <a:lvl5pPr marL="4031772" indent="0">
              <a:buNone/>
              <a:defRPr sz="4409"/>
            </a:lvl5pPr>
            <a:lvl6pPr marL="5039716" indent="0">
              <a:buNone/>
              <a:defRPr sz="4409"/>
            </a:lvl6pPr>
            <a:lvl7pPr marL="6047659" indent="0">
              <a:buNone/>
              <a:defRPr sz="4409"/>
            </a:lvl7pPr>
            <a:lvl8pPr marL="7055602" indent="0">
              <a:buNone/>
              <a:defRPr sz="4409"/>
            </a:lvl8pPr>
            <a:lvl9pPr marL="8063545" indent="0">
              <a:buNone/>
              <a:defRPr sz="44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5216" y="4535805"/>
            <a:ext cx="700122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702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4676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34413" y="804966"/>
            <a:ext cx="4680674" cy="12812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2390" y="804966"/>
            <a:ext cx="13770679" cy="12812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9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2389" y="804969"/>
            <a:ext cx="18722697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389" y="4024827"/>
            <a:ext cx="18722697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2389" y="14013401"/>
            <a:ext cx="4884182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55CD0-F750-42A4-B989-987D9FAAE85C}" type="datetimeFigureOut">
              <a:rPr lang="en-ZA" smtClean="0"/>
              <a:t>2024/01/11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90601" y="14013401"/>
            <a:ext cx="7326273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30904" y="14013401"/>
            <a:ext cx="4884182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BBFD7-B86D-4C0B-A4BD-9DABEEA691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89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2015886" rtl="0" eaLnBrk="1" latinLnBrk="0" hangingPunct="1">
        <a:lnSpc>
          <a:spcPct val="90000"/>
        </a:lnSpc>
        <a:spcBef>
          <a:spcPct val="0"/>
        </a:spcBef>
        <a:buNone/>
        <a:defRPr sz="9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972" indent="-503972" algn="l" defTabSz="2015886" rtl="0" eaLnBrk="1" latinLnBrk="0" hangingPunct="1">
        <a:lnSpc>
          <a:spcPct val="90000"/>
        </a:lnSpc>
        <a:spcBef>
          <a:spcPts val="2205"/>
        </a:spcBef>
        <a:buFont typeface="Arial" panose="020B0604020202020204" pitchFamily="34" charset="0"/>
        <a:buChar char="•"/>
        <a:defRPr sz="6173" kern="1200">
          <a:solidFill>
            <a:schemeClr val="tx1"/>
          </a:solidFill>
          <a:latin typeface="+mn-lt"/>
          <a:ea typeface="+mn-ea"/>
          <a:cs typeface="+mn-cs"/>
        </a:defRPr>
      </a:lvl1pPr>
      <a:lvl2pPr marL="1511915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2pPr>
      <a:lvl3pPr marL="2519858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3pPr>
      <a:lvl4pPr marL="3527801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535744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54368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551630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559573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56751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43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886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829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772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716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659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602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545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A471B3-79A1-D236-A7AB-27D9CED96687}"/>
              </a:ext>
            </a:extLst>
          </p:cNvPr>
          <p:cNvSpPr txBox="1"/>
          <p:nvPr/>
        </p:nvSpPr>
        <p:spPr>
          <a:xfrm>
            <a:off x="5074919" y="555757"/>
            <a:ext cx="11155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800" b="1" dirty="0"/>
              <a:t>Powder Injection Moulding of Ti-6AI-4V Titanium Alloy: Feedstock and Mixer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ED664-4BB1-FBF7-529D-8776BBC24ACC}"/>
              </a:ext>
            </a:extLst>
          </p:cNvPr>
          <p:cNvSpPr txBox="1"/>
          <p:nvPr/>
        </p:nvSpPr>
        <p:spPr>
          <a:xfrm>
            <a:off x="6211768" y="2194560"/>
            <a:ext cx="88819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2800" dirty="0"/>
              <a:t>Author: JE Hoffman		Supervisor: Prof DC Blaine</a:t>
            </a:r>
            <a:br>
              <a:rPr lang="en-ZA" sz="2800" dirty="0"/>
            </a:br>
            <a:r>
              <a:rPr lang="en-ZA" sz="2800" i="1" dirty="0"/>
              <a:t>Department of Mechanical and Mechatronic Engineering</a:t>
            </a:r>
            <a:br>
              <a:rPr lang="en-ZA" sz="2800" i="1" dirty="0"/>
            </a:br>
            <a:r>
              <a:rPr lang="en-ZA" sz="2800" i="1" dirty="0"/>
              <a:t>January 2024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B7158BB-02E0-7F1E-4F6F-FACE39D62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6376" y="4026294"/>
            <a:ext cx="6408027" cy="10274922"/>
          </a:xfrm>
        </p:spPr>
        <p:txBody>
          <a:bodyPr/>
          <a:lstStyle/>
          <a:p>
            <a:pPr marL="0" indent="0" algn="ctr">
              <a:buNone/>
            </a:pPr>
            <a:r>
              <a:rPr lang="en-ZA" dirty="0"/>
              <a:t>Introduction</a:t>
            </a:r>
          </a:p>
          <a:p>
            <a:pPr lvl="1"/>
            <a:r>
              <a:rPr lang="en-ZA" dirty="0"/>
              <a:t>Powder injection moulding (PIM) is a proven method to fabricate small parts of complex geometries. Further development of PIM technologies for use with titanium requires the creation of a suitable feedstock.</a:t>
            </a:r>
          </a:p>
          <a:p>
            <a:r>
              <a:rPr lang="en-ZA" dirty="0"/>
              <a:t>Objectives</a:t>
            </a:r>
          </a:p>
          <a:p>
            <a:pPr lvl="1"/>
            <a:r>
              <a:rPr lang="en-ZA" dirty="0"/>
              <a:t>The aim of this study is to create a feedstock for titanium that is suitable for PIM. To facilitate feedstock creation, a suitable mixer must be created.</a:t>
            </a:r>
          </a:p>
          <a:p>
            <a:pPr marL="0" indent="0" algn="ctr">
              <a:buNone/>
            </a:pPr>
            <a:r>
              <a:rPr lang="en-ZA" dirty="0"/>
              <a:t>Method</a:t>
            </a:r>
          </a:p>
          <a:p>
            <a:pPr marL="0" indent="0">
              <a:buNone/>
            </a:pPr>
            <a:endParaRPr lang="en-ZA" sz="2800" dirty="0"/>
          </a:p>
          <a:p>
            <a:pPr marL="0" indent="0">
              <a:buNone/>
            </a:pPr>
            <a:endParaRPr lang="en-ZA" sz="2800" dirty="0"/>
          </a:p>
          <a:p>
            <a:endParaRPr lang="en-ZA" dirty="0"/>
          </a:p>
          <a:p>
            <a:endParaRPr lang="en-Z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D2890A-75C2-6F9D-EFDD-7B264D5139C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r>
              <a:rPr lang="en-ZA" dirty="0"/>
              <a:t>Mixing chamber of the designed </a:t>
            </a:r>
            <a:r>
              <a:rPr lang="en-ZA" dirty="0" err="1"/>
              <a:t>sigmablade</a:t>
            </a:r>
            <a:r>
              <a:rPr lang="en-ZA" dirty="0"/>
              <a:t> mixer</a:t>
            </a:r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endParaRPr lang="en-ZA" dirty="0"/>
          </a:p>
          <a:p>
            <a:pPr lvl="1" algn="ctr"/>
            <a:r>
              <a:rPr lang="en-ZA" dirty="0"/>
              <a:t>Mixer assembly</a:t>
            </a:r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 algn="ctr"/>
            <a:r>
              <a:rPr lang="en-ZA" dirty="0"/>
              <a:t>Mixer Assembly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B0C1533-B005-9CC9-9776-E51A339C2A87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ZA" dirty="0"/>
              <a:t>Results</a:t>
            </a:r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r>
              <a:rPr lang="en-ZA" dirty="0"/>
              <a:t>The homogeneously mixed thermoplastic feedstock consists of gas atomised Ti-6AI-4V powder with a binder layer consisting of mixed paraffin wax, polyethylene, polypropylene and stearic acid.</a:t>
            </a:r>
          </a:p>
          <a:p>
            <a:r>
              <a:rPr lang="en-ZA" dirty="0"/>
              <a:t>Conclusions</a:t>
            </a:r>
          </a:p>
          <a:p>
            <a:pPr lvl="1"/>
            <a:r>
              <a:rPr lang="en-ZA" dirty="0"/>
              <a:t>The designed sigma blade mixer and above combination of materials proved successful in creating a homogeneous feedstock.</a:t>
            </a:r>
          </a:p>
          <a:p>
            <a:r>
              <a:rPr lang="en-ZA" dirty="0"/>
              <a:t>Acknowledgements</a:t>
            </a:r>
          </a:p>
          <a:p>
            <a:pPr lvl="1"/>
            <a:r>
              <a:rPr lang="en-ZA" dirty="0"/>
              <a:t>Jaco Smith (Sasol), David </a:t>
            </a:r>
            <a:r>
              <a:rPr lang="en-ZA" dirty="0" err="1"/>
              <a:t>Altland</a:t>
            </a:r>
            <a:r>
              <a:rPr lang="en-ZA" dirty="0"/>
              <a:t> (</a:t>
            </a:r>
            <a:r>
              <a:rPr lang="en-ZA" dirty="0" err="1"/>
              <a:t>Polyvisions</a:t>
            </a:r>
            <a:r>
              <a:rPr lang="en-ZA" dirty="0"/>
              <a:t>), Keven Neaves and </a:t>
            </a:r>
            <a:r>
              <a:rPr lang="en-ZA" dirty="0" err="1"/>
              <a:t>MMW</a:t>
            </a:r>
            <a:r>
              <a:rPr lang="en-ZA" dirty="0"/>
              <a:t> staff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3868D1-89A0-AA69-CA5E-28E3EF4F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482" y="10362773"/>
            <a:ext cx="5181600" cy="34385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46D6F2-9521-1FAF-155E-93A5F0A4D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616" y="10206888"/>
            <a:ext cx="6029325" cy="35718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72B97D-7385-080B-E3C2-5142C2BDF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640" y="4435600"/>
            <a:ext cx="5629275" cy="4181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21C8D5-9145-4CFD-1727-042886DC3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1547" y="4681982"/>
            <a:ext cx="47910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110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175</Words>
  <Application>Microsoft Office PowerPoint</Application>
  <PresentationFormat>Custom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Basson, AH [ahb@sun.ac.za]</dc:creator>
  <cp:lastModifiedBy>Basson, AH [ahb@sun.ac.za]</cp:lastModifiedBy>
  <cp:revision>1</cp:revision>
  <dcterms:created xsi:type="dcterms:W3CDTF">2024-01-11T10:24:22Z</dcterms:created>
  <dcterms:modified xsi:type="dcterms:W3CDTF">2024-01-11T13:34:18Z</dcterms:modified>
</cp:coreProperties>
</file>