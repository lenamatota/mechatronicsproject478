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06E4D8-8A9D-4C58-A628-439B52EB77A5}" v="4" dt="2026-08-25T09:38:22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2B596-C266-9E5A-1579-D4F3BB0B1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D463C-5F48-2F6B-CACF-77A75DBE4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8539B-4961-6290-9B64-F7BF52967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2026/08/25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6EEA0-3A6E-90EA-7690-064146D1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5E06A-BCDC-56C7-590D-1A487AF1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13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18FA-9E2A-E798-BEFA-3ED908576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6998A-FB21-FE1E-1921-68F0608F9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429E5-FCA9-375C-9A7E-E7AD6082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2026/08/25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684E1-8DF0-C2AF-4029-C19FD1A35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E91B8-1CC6-F432-B6F8-EB0E6DB45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639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F97C-8D85-1B5E-D4D4-3A8F9B90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CEFB6-700E-0257-4637-F54D5109C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48389-E78D-AD05-D22C-D48359E6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2026/08/25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A7B0A-53FC-10E0-E56D-55007BCFA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F5C88-8FCB-6CEB-A36A-273C0EBB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9307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5B64-E4EE-A286-53DC-563FDA9F6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ADF47-47E3-EB1A-7B05-F43609711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E8928-9101-CD66-C1DD-6E65DAE25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6F218-5886-B718-EF8C-B6FEB9C4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2026/08/25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861F4-2856-7777-2EE5-C84A5D78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D5AB7-CC57-4C29-C2B1-913FB82D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5517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3583-111A-616C-B668-F3AAD75E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96A6-43EC-282E-33C8-36A0C4E8F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9FE90-2E4A-6521-1594-59A90C041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8869D5-D9EA-3C12-3BA5-C51BAD9851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2BE05-A212-23CE-52C0-E679A3337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06E9D7-37EE-9747-8388-96FE5C82A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2026/08/25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8B8F07-1CD6-042D-CE35-B95C3021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743B30-B3D2-8E5D-0AE9-4D47412E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754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25B32-EBF0-0D6E-008C-0AC12510B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63796A-A9A7-516C-1C4F-7104FD264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2026/08/25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684AF-F22B-9B7E-20A0-8A10D7EE7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22158-3F7E-9844-E0AC-79F5DC01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015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22281-D130-04F4-0A74-35BBD50CA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2026/08/25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43501-7CB2-B16E-55DD-FDCABA367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1CCFE-9B97-CA52-ABF6-91F981EF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1092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1C507-360A-7FCD-CC5B-170F40C9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8CE5F-A309-76CC-1AD0-181904EED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54065-9C47-5D1D-A9D2-5CB32DE95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736F2-9315-BF7B-1AC6-DE02B3112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2026/08/25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BD000-BEF8-1C1B-0175-98340A6F7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664FB-DA42-A491-4FAE-730BCED1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387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8C64-BA37-10C9-241C-32E6616EF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0A79C-7F53-E939-93AA-FE2E09E07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F48E0-5C32-00D5-664D-E30A3C20B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B87D9-C9DC-6168-DBA9-AA1E67C8A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2026/08/25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E59DF-B3FA-AE7A-FD9F-F97BB9CA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E913C-6CA0-9026-C5FA-0023A670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465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DFA3-071F-9495-7499-AC1A7AD94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1E9DC-3DF4-3509-3464-5D26A338A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31967-8714-58A1-3977-87CE2E6D3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2026/08/25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A9D9E-F0B0-24F9-766A-E6626E6F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150DE-87DC-B989-50A2-3A4D19458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5673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86F0FB-A406-A7E3-F6A3-920822C9B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F8D7FD-501C-10BF-7D87-9DC390DAE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74AE1-D7F4-3045-5EBE-4D56090EA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32A8-CEAE-4241-9842-981792316C5A}" type="datetimeFigureOut">
              <a:rPr lang="en-ZA" smtClean="0"/>
              <a:t>2026/08/25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AA65D-6496-726C-737B-BBDCB0A5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A1A77-A1B6-998F-35C7-AB4B06E6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439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316DD-8BE2-9438-87A6-F3F9C5CC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C707B-C1C1-975C-9826-720EEB325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87179-9739-86A9-ECC5-031C6C68E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332A8-CEAE-4241-9842-981792316C5A}" type="datetimeFigureOut">
              <a:rPr lang="en-ZA" smtClean="0"/>
              <a:t>2026/08/25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CEEE9-85D1-D5EA-C92B-3697DF32E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5DA69-6313-FAD8-1D11-6F53F86BD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62A74-6B61-4557-AF7F-1BEAA44C7EF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383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1F2019-93C2-EC76-597C-181B917B613F}"/>
              </a:ext>
            </a:extLst>
          </p:cNvPr>
          <p:cNvSpPr txBox="1"/>
          <p:nvPr/>
        </p:nvSpPr>
        <p:spPr>
          <a:xfrm>
            <a:off x="2321442" y="499731"/>
            <a:ext cx="754911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Term 3 Week 6 – Progress Meeting</a:t>
            </a:r>
            <a:endParaRPr lang="en-ZA" sz="40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8DBEAB-31A9-BA81-AEEB-213E0520AE5B}"/>
              </a:ext>
            </a:extLst>
          </p:cNvPr>
          <p:cNvSpPr txBox="1"/>
          <p:nvPr/>
        </p:nvSpPr>
        <p:spPr>
          <a:xfrm>
            <a:off x="1080977" y="1637414"/>
            <a:ext cx="10037135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rgbClr val="C00000"/>
                </a:solidFill>
              </a:rPr>
              <a:t>OVERVIEW: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Report updating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Software development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3634458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342FF-0C5A-4368-1643-CF85BF5EE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821951-7634-C2E0-937D-C950C8DDAED8}"/>
              </a:ext>
            </a:extLst>
          </p:cNvPr>
          <p:cNvSpPr txBox="1"/>
          <p:nvPr/>
        </p:nvSpPr>
        <p:spPr>
          <a:xfrm>
            <a:off x="2321442" y="499731"/>
            <a:ext cx="754911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General Update</a:t>
            </a:r>
            <a:endParaRPr lang="en-ZA" sz="4000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76CFE0-1662-7E01-214A-32E6B228B22E}"/>
              </a:ext>
            </a:extLst>
          </p:cNvPr>
          <p:cNvSpPr/>
          <p:nvPr/>
        </p:nvSpPr>
        <p:spPr>
          <a:xfrm>
            <a:off x="1194390" y="2239540"/>
            <a:ext cx="9803219" cy="2378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Introduction updated – Joint focused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Literature review in the process of being updated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Safety report still being written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tx1"/>
                </a:solidFill>
              </a:rPr>
              <a:t>Software development has begun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tx1"/>
                </a:solidFill>
              </a:rPr>
              <a:t>Testing a few electrical components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tx1"/>
                </a:solidFill>
              </a:rPr>
              <a:t>Deriving control signal for electromagnet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tx1"/>
                </a:solidFill>
              </a:rPr>
              <a:t>Documenting experiment report</a:t>
            </a:r>
          </a:p>
        </p:txBody>
      </p:sp>
    </p:spTree>
    <p:extLst>
      <p:ext uri="{BB962C8B-B14F-4D97-AF65-F5344CB8AC3E}">
        <p14:creationId xmlns:p14="http://schemas.microsoft.com/office/powerpoint/2010/main" val="1867381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5A1AE-02A7-1ED8-1F62-C23B21D49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705E6B-6953-9B97-463A-66E335DE2B38}"/>
              </a:ext>
            </a:extLst>
          </p:cNvPr>
          <p:cNvSpPr txBox="1"/>
          <p:nvPr/>
        </p:nvSpPr>
        <p:spPr>
          <a:xfrm>
            <a:off x="2321442" y="499731"/>
            <a:ext cx="754911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Q&amp;A</a:t>
            </a:r>
            <a:endParaRPr lang="en-ZA" sz="4000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B54202-9793-E8F1-B053-6A5BEF0A4839}"/>
              </a:ext>
            </a:extLst>
          </p:cNvPr>
          <p:cNvSpPr/>
          <p:nvPr/>
        </p:nvSpPr>
        <p:spPr>
          <a:xfrm>
            <a:off x="1194390" y="2239540"/>
            <a:ext cx="9803219" cy="2378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Can extra documentation be included in the appendix?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Drawing pack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Safety report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Experimental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Or this is what the portfolio is for?</a:t>
            </a:r>
          </a:p>
        </p:txBody>
      </p:sp>
    </p:spTree>
    <p:extLst>
      <p:ext uri="{BB962C8B-B14F-4D97-AF65-F5344CB8AC3E}">
        <p14:creationId xmlns:p14="http://schemas.microsoft.com/office/powerpoint/2010/main" val="321170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02BDD26CE64C43B56B722F2A1F6315" ma:contentTypeVersion="16" ma:contentTypeDescription="Create a new document." ma:contentTypeScope="" ma:versionID="c7cdaef3501c81193a658df6c974751a">
  <xsd:schema xmlns:xsd="http://www.w3.org/2001/XMLSchema" xmlns:xs="http://www.w3.org/2001/XMLSchema" xmlns:p="http://schemas.microsoft.com/office/2006/metadata/properties" xmlns:ns3="da1f41c6-6aa8-4a39-b757-82aa868272d6" xmlns:ns4="3ad49688-1c9f-452d-a98f-c0ea66111312" targetNamespace="http://schemas.microsoft.com/office/2006/metadata/properties" ma:root="true" ma:fieldsID="bc3dd1cb26cfd5bc3b471451099d2e82" ns3:_="" ns4:_="">
    <xsd:import namespace="da1f41c6-6aa8-4a39-b757-82aa868272d6"/>
    <xsd:import namespace="3ad49688-1c9f-452d-a98f-c0ea6611131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SystemTag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1f41c6-6aa8-4a39-b757-82aa868272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d49688-1c9f-452d-a98f-c0ea6611131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1f41c6-6aa8-4a39-b757-82aa868272d6" xsi:nil="true"/>
  </documentManagement>
</p:properties>
</file>

<file path=customXml/itemProps1.xml><?xml version="1.0" encoding="utf-8"?>
<ds:datastoreItem xmlns:ds="http://schemas.openxmlformats.org/officeDocument/2006/customXml" ds:itemID="{421970F8-17F1-4BC3-A7CC-A7AA173B95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1f41c6-6aa8-4a39-b757-82aa868272d6"/>
    <ds:schemaRef ds:uri="3ad49688-1c9f-452d-a98f-c0ea661113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0FF9FD-A2C7-4DC4-8ACC-33E73FE37D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A7B88F-AD41-4DDD-B5E4-985057FBD91E}">
  <ds:schemaRefs>
    <ds:schemaRef ds:uri="http://purl.org/dc/elements/1.1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3ad49688-1c9f-452d-a98f-c0ea66111312"/>
    <ds:schemaRef ds:uri="da1f41c6-6aa8-4a39-b757-82aa868272d6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77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Matota, LN, Miss [24989142@sun.ac.za]</dc:creator>
  <cp:lastModifiedBy>Matota, LN, Miss [24989142@sun.ac.za]</cp:lastModifiedBy>
  <cp:revision>3</cp:revision>
  <dcterms:created xsi:type="dcterms:W3CDTF">2026-04-21T12:19:32Z</dcterms:created>
  <dcterms:modified xsi:type="dcterms:W3CDTF">2026-08-25T09:38:22Z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0x010100E302BDD26CE64C43B56B722F2A1F6315</vt:lpwstr>
  </property>
</Properties>
</file>