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ota, LN, Miss [24989142@sun.ac.za]" userId="7a1f7bb1-56ac-4c00-937c-47b0bcb81363" providerId="ADAL" clId="{8B03531C-D65D-4FC7-A92A-A0BB20D20D7C}"/>
    <pc:docChg chg="undo custSel modSld">
      <pc:chgData name="Matota, LN, Miss [24989142@sun.ac.za]" userId="7a1f7bb1-56ac-4c00-937c-47b0bcb81363" providerId="ADAL" clId="{8B03531C-D65D-4FC7-A92A-A0BB20D20D7C}" dt="2026-03-03T12:44:47" v="5" actId="20577"/>
      <pc:docMkLst>
        <pc:docMk/>
      </pc:docMkLst>
      <pc:sldChg chg="addSp delSp modSp mod">
        <pc:chgData name="Matota, LN, Miss [24989142@sun.ac.za]" userId="7a1f7bb1-56ac-4c00-937c-47b0bcb81363" providerId="ADAL" clId="{8B03531C-D65D-4FC7-A92A-A0BB20D20D7C}" dt="2026-03-03T12:44:47" v="5" actId="20577"/>
        <pc:sldMkLst>
          <pc:docMk/>
          <pc:sldMk cId="2999665960" sldId="256"/>
        </pc:sldMkLst>
        <pc:spChg chg="mod">
          <ac:chgData name="Matota, LN, Miss [24989142@sun.ac.za]" userId="7a1f7bb1-56ac-4c00-937c-47b0bcb81363" providerId="ADAL" clId="{8B03531C-D65D-4FC7-A92A-A0BB20D20D7C}" dt="2026-03-03T12:44:47" v="5" actId="20577"/>
          <ac:spMkLst>
            <pc:docMk/>
            <pc:sldMk cId="2999665960" sldId="256"/>
            <ac:spMk id="4" creationId="{60FAD646-E6A2-2DD8-4F81-11F07E497D9A}"/>
          </ac:spMkLst>
        </pc:spChg>
        <pc:picChg chg="add del">
          <ac:chgData name="Matota, LN, Miss [24989142@sun.ac.za]" userId="7a1f7bb1-56ac-4c00-937c-47b0bcb81363" providerId="ADAL" clId="{8B03531C-D65D-4FC7-A92A-A0BB20D20D7C}" dt="2026-03-03T12:44:46.008" v="3" actId="478"/>
          <ac:picMkLst>
            <pc:docMk/>
            <pc:sldMk cId="2999665960" sldId="256"/>
            <ac:picMk id="6" creationId="{B47A9A12-B52E-6DE0-A59C-AAF3374FA4A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5B61-8745-B531-5DAE-81655A506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36543-D3F1-3E67-81BB-C372A0190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8894A-1DBE-3A81-043F-062BE804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27A68-197B-9362-4853-56E34AFE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AEF0-1FAE-A693-A2B5-288A16D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135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DFD9-C43D-F807-695C-BF56D090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2B1A-267D-C884-8903-3F080FD44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20BAE-7600-C3BD-D7AF-1CDE35F6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53096-6EE2-A0AE-5B79-A8F00931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7401F-C357-2157-105C-C446697D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697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77A0-2818-4678-E86D-BDBF515C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26775-7617-8AD6-30B4-49BFA6BF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53593-C222-68C7-A296-59E0B167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50184-D3CE-2079-90E9-0D04DB72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5069F-EA4D-5AC5-B795-F98405B2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717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5086-EE7A-F229-FF28-323E9DAC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D619-61DA-EACE-3550-7C16A05B0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BC468-3A1C-6908-865C-1B9D071FE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B2E4B-61B1-CD4F-9294-ACF3C928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61577-66FF-7D84-741C-CD9B8114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1C104-F250-58CB-81A4-89C0BBAF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45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4329-7A46-A785-71A2-B4717452B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C63D2-EDD4-6665-DC23-F523B3E09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A0705-6A1A-3060-B64E-59D306541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2390F-38D6-BD54-261A-CDF94FC91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4CC74-C67C-910C-A0DF-152C34426B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43C9C-7FB9-B6B6-D5A4-D22899FD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1BC49-FBD9-C8B7-4553-2EFA0838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CC148-5156-4042-84D1-86B3F3A1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903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4D25-1876-AD0D-DAEA-1B43E89E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E5B17-D33E-F12B-F32D-A27D5FA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53A79-9BB9-6E3E-BE40-323AB85D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CD6DB-7293-406B-AFB6-AED503C6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956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0D7D5-7640-8765-8614-BD71208B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0D8BFD-83F0-03C6-1B95-9E1C0130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BB846-BE0D-AAFC-D227-EED172BC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768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BBEB-0945-1A2E-7C01-63821D7E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B892-4F30-DF7D-6879-732B6FF93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F403E-753D-754B-CE28-621C05ED7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05A10-892F-BFE4-87B1-EB3F0078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C7D58-59DB-BD19-3220-23F476BB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F4BDB-F414-3174-3A1B-2A3DEC6C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058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2A8A-8668-7C30-33F7-2CCB5239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55C2B-9911-9AA0-7734-D414AC5E3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0BCC3-CDC7-B258-BECF-DE797AD0A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084B1-D0A9-66F7-503B-6141A47C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860A1-32A7-E1F1-F68D-18161B73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EDCDA-75E8-36A2-C4D0-2103BE5F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017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9315-05F3-D09F-8369-31410E068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2C331-7477-07AE-19C2-CD7B83B28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8DAE2-1362-F663-9CC7-31A226D1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1A391-BB89-B493-BE04-9CDC42D5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661DD-47B3-0335-15D1-B14E7013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23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F2C23-AB89-AD2A-4A08-442527AF8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02C33-CB0D-C4C5-89F5-3F99EDDF1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F0F4-E6A4-AD03-57BD-442B8B0A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8196F-3168-5676-F511-0B878B4F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21AFF-B035-776F-5B8F-B734761D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767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14939-5378-BEAF-422B-A58E7D50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BC230-0D97-CF17-6A83-4A640CA9D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29566-2E4D-FEFF-EACD-879C84A37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C347C-F489-4510-925A-832DAD4F5863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1FC6-2455-509A-C7BB-14259CB83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546F1-B03B-0049-0584-566CC4B3F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D453A-7648-444F-B997-42F70E781D1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436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FAD646-E6A2-2DD8-4F81-11F07E497D9A}"/>
              </a:ext>
            </a:extLst>
          </p:cNvPr>
          <p:cNvSpPr txBox="1"/>
          <p:nvPr/>
        </p:nvSpPr>
        <p:spPr>
          <a:xfrm>
            <a:off x="1205023" y="531628"/>
            <a:ext cx="978195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Week 3 Progress Meeting – L Matota, 24989142</a:t>
            </a:r>
            <a:endParaRPr lang="en-ZA" sz="36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7A9A12-B52E-6DE0-A59C-AAF3374FA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4" t="10854" r="5943" b="5581"/>
          <a:stretch>
            <a:fillRect/>
          </a:stretch>
        </p:blipFill>
        <p:spPr>
          <a:xfrm>
            <a:off x="2083559" y="1339702"/>
            <a:ext cx="8024881" cy="51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6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Matota, LN, Miss [24989142@sun.ac.za]</dc:creator>
  <cp:lastModifiedBy>Matota, LN, Miss [24989142@sun.ac.za]</cp:lastModifiedBy>
  <cp:revision>1</cp:revision>
  <dcterms:created xsi:type="dcterms:W3CDTF">2026-02-24T13:16:02Z</dcterms:created>
  <dcterms:modified xsi:type="dcterms:W3CDTF">2026-03-03T12:44:48Z</dcterms:modified>
</cp:coreProperties>
</file>