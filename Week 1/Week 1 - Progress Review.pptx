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176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BB9E-4A95-3C81-7186-47389BF0D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60248-2C66-8F2E-D954-83713A952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B4B33-73B4-39C8-703D-017A24976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9E223-3AB6-7DDA-2EB4-92FB4058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0EF84-641A-8991-D617-8D007022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5585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A8C9-E4C9-819A-D14A-52A9DE86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8DE12-CC0A-8BAF-6EE9-087F229C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F0939-80F2-473E-B073-728895EA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A942D-7242-F68A-6521-70CF4F70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C2DA0-33FC-C269-E912-0C58CA9D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929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7F88-161C-685C-6C94-2A0B669E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7E559-E0FA-6FD1-260D-93D8C309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0BE7A-90BD-5EAA-C0EE-E1E44A3C4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C174A-F1F4-170A-68D2-1AF7DD52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4EAFC-72BC-DE45-202C-BE49A0C7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6090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EDBA-0A70-1974-E5AC-4411E7F6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7B0F-2590-DBBD-A321-44F04679E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2EA00-589D-6E42-7BBE-97294C0E6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6E6C9-EA95-E93E-93EE-91A95419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EB27B-DEBD-1632-B408-36D92140D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B08C7-4A3C-A28F-1313-3527BD87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512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A4F4-858B-2646-7AC5-711A048A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2397A-F27D-1D9A-4855-415A11714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4E21C-2D6B-5071-FBD4-B71A8AD3E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3623F-A7E5-C625-4357-2AF34DF68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1DC41-DE3A-3D75-541E-8EBBDF741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50B51-0DA0-C1ED-2365-CF91F2AA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26F55-F004-5055-C6B6-C24B55D9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3D87C-64D3-2788-4EDC-D537D735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3856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741D-BAA3-7883-556B-1FCB58324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CF4F5-08D6-1140-A2DA-FFA4D945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DCF37-6126-1E14-EE46-247EAAA7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49A65-BEF4-D07A-4749-7FABC3E8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695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31BCA-55EF-0ED6-BD08-4DCE49AA1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10398-8D0A-364D-59E6-57FD2D6B8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387BB-CB85-8996-5681-7CE1DC2EB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090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316B-9FED-9EFC-FAEA-98D395F87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FB85-5295-E17E-7ADA-F5AC20475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E3A12-28D1-A26A-2381-BCDAFC117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1D884-CFA4-3211-E04F-8C35BB4B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C972C-8101-A27A-E43B-36A71A22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77C96-72DC-F068-017A-25FD9658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1338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F714-19DE-7DD1-7EF3-AF317A92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AFAC9-EB35-1BB6-6537-F3C11AA24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3F85D-34BB-4967-EB58-3DE7C694C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77064-2DAA-058D-241C-F4A2A3AF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4E054-58B0-C474-9036-82D39777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8E694-4835-B047-D975-F6CD6615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912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52EC-15B0-2D3C-47E0-DEDE117D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6BAD7-1747-5951-D1C4-F40220D6D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CDD24-04EE-40F2-4504-CFB6CD66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3E7B6-0C02-6555-D56B-EEFE1200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D4013-A9DF-A8A7-DE87-A002B249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792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FC067-0AE2-5A81-E223-6E91F559E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F96A6-9153-C1D2-5B32-AD8F20412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ED93F-66C4-0550-9AE5-0B35FCDE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1A12-EEAD-D0A4-F1DF-8DEDA5C1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1F6A2-0297-6825-424D-ED93291E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360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08E245-125E-4B9B-9FB9-D0FA85D8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56AD4-3A63-9B54-FDBB-0F8AB7709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7B9EE-EB8B-71B1-8BA6-25D9AEA94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96A3C-E3E4-4D1D-A4EC-116C2D2C54D2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10B88-B905-A4D4-285F-4B7759D5C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89F1D-9436-6B19-AF24-09CA73CAC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82281-612D-448E-9689-AC9C7375441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588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902A2A-4D5A-FF7E-F3B9-9F8B276A7A6B}"/>
              </a:ext>
            </a:extLst>
          </p:cNvPr>
          <p:cNvSpPr/>
          <p:nvPr/>
        </p:nvSpPr>
        <p:spPr>
          <a:xfrm>
            <a:off x="3007599" y="0"/>
            <a:ext cx="8801629" cy="6858000"/>
          </a:xfrm>
          <a:custGeom>
            <a:avLst/>
            <a:gdLst>
              <a:gd name="csX0" fmla="*/ 0 w 8778949"/>
              <a:gd name="csY0" fmla="*/ 0 h 6858000"/>
              <a:gd name="csX1" fmla="*/ 8778949 w 8778949"/>
              <a:gd name="csY1" fmla="*/ 0 h 6858000"/>
              <a:gd name="csX2" fmla="*/ 8778949 w 8778949"/>
              <a:gd name="csY2" fmla="*/ 6858000 h 6858000"/>
              <a:gd name="csX3" fmla="*/ 0 w 8778949"/>
              <a:gd name="csY3" fmla="*/ 6858000 h 6858000"/>
              <a:gd name="csX4" fmla="*/ 0 w 8778949"/>
              <a:gd name="csY4" fmla="*/ 0 h 6858000"/>
              <a:gd name="csX0" fmla="*/ 0 w 8778949"/>
              <a:gd name="csY0" fmla="*/ 0 h 6858000"/>
              <a:gd name="csX1" fmla="*/ 8778949 w 8778949"/>
              <a:gd name="csY1" fmla="*/ 0 h 6858000"/>
              <a:gd name="csX2" fmla="*/ 8778949 w 8778949"/>
              <a:gd name="csY2" fmla="*/ 6858000 h 6858000"/>
              <a:gd name="csX3" fmla="*/ 0 w 8778949"/>
              <a:gd name="csY3" fmla="*/ 6858000 h 6858000"/>
              <a:gd name="csX4" fmla="*/ 0 w 8778949"/>
              <a:gd name="csY4" fmla="*/ 0 h 6858000"/>
              <a:gd name="csX0" fmla="*/ 121529 w 8900478"/>
              <a:gd name="csY0" fmla="*/ 0 h 6858000"/>
              <a:gd name="csX1" fmla="*/ 8900478 w 8900478"/>
              <a:gd name="csY1" fmla="*/ 0 h 6858000"/>
              <a:gd name="csX2" fmla="*/ 8900478 w 8900478"/>
              <a:gd name="csY2" fmla="*/ 6858000 h 6858000"/>
              <a:gd name="csX3" fmla="*/ 121529 w 8900478"/>
              <a:gd name="csY3" fmla="*/ 6858000 h 6858000"/>
              <a:gd name="csX4" fmla="*/ 121529 w 8900478"/>
              <a:gd name="csY4" fmla="*/ 0 h 6858000"/>
              <a:gd name="csX0" fmla="*/ 71026 w 8849975"/>
              <a:gd name="csY0" fmla="*/ 0 h 6858000"/>
              <a:gd name="csX1" fmla="*/ 8849975 w 8849975"/>
              <a:gd name="csY1" fmla="*/ 0 h 6858000"/>
              <a:gd name="csX2" fmla="*/ 8849975 w 8849975"/>
              <a:gd name="csY2" fmla="*/ 6858000 h 6858000"/>
              <a:gd name="csX3" fmla="*/ 71026 w 8849975"/>
              <a:gd name="csY3" fmla="*/ 6858000 h 6858000"/>
              <a:gd name="csX4" fmla="*/ 71026 w 8849975"/>
              <a:gd name="csY4" fmla="*/ 0 h 6858000"/>
              <a:gd name="csX0" fmla="*/ 0 w 8778949"/>
              <a:gd name="csY0" fmla="*/ 0 h 6858000"/>
              <a:gd name="csX1" fmla="*/ 8778949 w 8778949"/>
              <a:gd name="csY1" fmla="*/ 0 h 6858000"/>
              <a:gd name="csX2" fmla="*/ 8778949 w 8778949"/>
              <a:gd name="csY2" fmla="*/ 6858000 h 6858000"/>
              <a:gd name="csX3" fmla="*/ 0 w 8778949"/>
              <a:gd name="csY3" fmla="*/ 6858000 h 6858000"/>
              <a:gd name="csX4" fmla="*/ 0 w 8778949"/>
              <a:gd name="csY4" fmla="*/ 0 h 6858000"/>
              <a:gd name="csX0" fmla="*/ 22680 w 8801629"/>
              <a:gd name="csY0" fmla="*/ 0 h 6858000"/>
              <a:gd name="csX1" fmla="*/ 8801629 w 8801629"/>
              <a:gd name="csY1" fmla="*/ 0 h 6858000"/>
              <a:gd name="csX2" fmla="*/ 8801629 w 8801629"/>
              <a:gd name="csY2" fmla="*/ 6858000 h 6858000"/>
              <a:gd name="csX3" fmla="*/ 22680 w 8801629"/>
              <a:gd name="csY3" fmla="*/ 6858000 h 6858000"/>
              <a:gd name="csX4" fmla="*/ 22680 w 8801629"/>
              <a:gd name="csY4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801629" h="6858000">
                <a:moveTo>
                  <a:pt x="22680" y="0"/>
                </a:moveTo>
                <a:lnTo>
                  <a:pt x="8801629" y="0"/>
                </a:lnTo>
                <a:lnTo>
                  <a:pt x="8801629" y="6858000"/>
                </a:lnTo>
                <a:lnTo>
                  <a:pt x="22680" y="6858000"/>
                </a:lnTo>
                <a:cubicBezTo>
                  <a:pt x="-402622" y="4455042"/>
                  <a:pt x="5360225" y="1541722"/>
                  <a:pt x="2268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88927-25B6-0A72-2EFB-261F7D9A9590}"/>
              </a:ext>
            </a:extLst>
          </p:cNvPr>
          <p:cNvSpPr txBox="1"/>
          <p:nvPr/>
        </p:nvSpPr>
        <p:spPr>
          <a:xfrm>
            <a:off x="5592726" y="350874"/>
            <a:ext cx="577347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+mj-lt"/>
              </a:rPr>
              <a:t>Week 1 Progress Review</a:t>
            </a:r>
          </a:p>
          <a:p>
            <a:r>
              <a:rPr lang="en-US" sz="3600" dirty="0">
                <a:solidFill>
                  <a:srgbClr val="C00000"/>
                </a:solidFill>
                <a:latin typeface="+mj-lt"/>
              </a:rPr>
              <a:t>L Matota – 24989142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Found a few research papers on the design and implementation of portable measurement arms (PMA)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Found determining factors when choosing what kind of PMA to choose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Size of parts to be measured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Level of accuracy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Throughput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ZA" sz="2000" dirty="0"/>
              <a:t>Found a few fields where the use of PMAs was justified/acceptable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Automotive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Medicine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Robotics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ZA" sz="2000" dirty="0"/>
              <a:t>Telecommunications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43090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7500E7-9B36-3F34-1D8B-A591A62C7F9B}"/>
              </a:ext>
            </a:extLst>
          </p:cNvPr>
          <p:cNvSpPr/>
          <p:nvPr/>
        </p:nvSpPr>
        <p:spPr>
          <a:xfrm>
            <a:off x="1921042" y="2150645"/>
            <a:ext cx="8349916" cy="255671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+mj-lt"/>
              </a:rPr>
              <a:t>Next Steps</a:t>
            </a:r>
            <a:endParaRPr lang="en-ZA" sz="2000" dirty="0">
              <a:solidFill>
                <a:srgbClr val="C00000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Read through research papers and start literature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Choose an appropriate field to go into (Most likely automotive, tap into F1)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Start listing requirements and specifications for joint design with respect to PMAs used in that F1 engineering</a:t>
            </a:r>
          </a:p>
        </p:txBody>
      </p:sp>
    </p:spTree>
    <p:extLst>
      <p:ext uri="{BB962C8B-B14F-4D97-AF65-F5344CB8AC3E}">
        <p14:creationId xmlns:p14="http://schemas.microsoft.com/office/powerpoint/2010/main" val="3901372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Matota, LN, Miss [24989142@sun.ac.za]</dc:creator>
  <cp:lastModifiedBy>Matota, LN, Miss [24989142@sun.ac.za]</cp:lastModifiedBy>
  <cp:revision>1</cp:revision>
  <dcterms:created xsi:type="dcterms:W3CDTF">2026-02-17T11:58:31Z</dcterms:created>
  <dcterms:modified xsi:type="dcterms:W3CDTF">2026-02-17T12:11:33Z</dcterms:modified>
</cp:coreProperties>
</file>