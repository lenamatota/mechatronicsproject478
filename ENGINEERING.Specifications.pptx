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396" r:id="rId2"/>
    <p:sldId id="361" r:id="rId3"/>
    <p:sldId id="39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5356"/>
    <a:srgbClr val="000000"/>
    <a:srgbClr val="461B2B"/>
    <a:srgbClr val="FFFFFF"/>
    <a:srgbClr val="E2D6C0"/>
    <a:srgbClr val="8B2346"/>
    <a:srgbClr val="B79962"/>
    <a:srgbClr val="461A2B"/>
    <a:srgbClr val="F1EBDF"/>
    <a:srgbClr val="EC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6"/>
    <p:restoredTop sz="88498"/>
  </p:normalViewPr>
  <p:slideViewPr>
    <p:cSldViewPr snapToGrid="0" snapToObjects="1" showGuides="1">
      <p:cViewPr varScale="1">
        <p:scale>
          <a:sx n="110" d="100"/>
          <a:sy n="110" d="100"/>
        </p:scale>
        <p:origin x="192" y="1704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CF1-DF4A-B0F6-1E46A98CA91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CF1-DF4A-B0F6-1E46A98CA91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CF1-DF4A-B0F6-1E46A98CA91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Maroon</c:v>
                </c:pt>
                <c:pt idx="1">
                  <c:v>Gold</c:v>
                </c:pt>
                <c:pt idx="2">
                  <c:v>Faculty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10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F1-DF4A-B0F6-1E46A98CA91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2/15/22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Cover &amp; End Slide Option</a:t>
            </a:r>
          </a:p>
          <a:p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45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&amp; End Slide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5B248510-4BC7-9345-88FC-2E0C971BA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4959" y="1341439"/>
            <a:ext cx="1196970" cy="1837209"/>
          </a:xfrm>
          <a:prstGeom prst="rect">
            <a:avLst/>
          </a:prstGeom>
        </p:spPr>
      </p:pic>
      <p:cxnSp>
        <p:nvCxnSpPr>
          <p:cNvPr id="5" name="Gold H Line">
            <a:extLst>
              <a:ext uri="{FF2B5EF4-FFF2-40B4-BE49-F238E27FC236}">
                <a16:creationId xmlns:a16="http://schemas.microsoft.com/office/drawing/2014/main" id="{D2E91EF0-985A-D444-B885-44EABE549784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itle">
            <a:extLst>
              <a:ext uri="{FF2B5EF4-FFF2-40B4-BE49-F238E27FC236}">
                <a16:creationId xmlns:a16="http://schemas.microsoft.com/office/drawing/2014/main" id="{62CE03E8-B1C3-CC40-B8F9-5DD639D93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2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ld H Line">
            <a:extLst>
              <a:ext uri="{FF2B5EF4-FFF2-40B4-BE49-F238E27FC236}">
                <a16:creationId xmlns:a16="http://schemas.microsoft.com/office/drawing/2014/main" id="{14D6B201-F64D-A747-B121-C05B2A976FDB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8408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0" cy="5256000"/>
          </a:xfrm>
          <a:prstGeom prst="rect">
            <a:avLst/>
          </a:prstGeom>
        </p:spPr>
      </p:pic>
      <p:grpSp>
        <p:nvGrpSpPr>
          <p:cNvPr id="11" name="Bottom Corner Cover Ups">
            <a:extLst>
              <a:ext uri="{FF2B5EF4-FFF2-40B4-BE49-F238E27FC236}">
                <a16:creationId xmlns:a16="http://schemas.microsoft.com/office/drawing/2014/main" id="{6B263B2D-D558-B84C-9022-34F07C2522D9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2" name="SU.Footer.Shape.White.Cover.R">
              <a:extLst>
                <a:ext uri="{FF2B5EF4-FFF2-40B4-BE49-F238E27FC236}">
                  <a16:creationId xmlns:a16="http://schemas.microsoft.com/office/drawing/2014/main" id="{A42B02D9-6BCD-3B46-A57F-212570E523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3" name="SU.Footer.Shape.White.Cover.L">
              <a:extLst>
                <a:ext uri="{FF2B5EF4-FFF2-40B4-BE49-F238E27FC236}">
                  <a16:creationId xmlns:a16="http://schemas.microsoft.com/office/drawing/2014/main" id="{7BE51404-5FBA-E747-9F0C-F3B96BD7237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79" y="1342422"/>
            <a:ext cx="4041984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2814333-1BF5-E849-A0FE-9AA7C7404101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03FDF139-728B-024E-9703-C432EBC41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29002AAF-104D-E541-A418-B45D06E37C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591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9055"/>
            <a:ext cx="3524695" cy="505917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Gold H Line">
            <a:extLst>
              <a:ext uri="{FF2B5EF4-FFF2-40B4-BE49-F238E27FC236}">
                <a16:creationId xmlns:a16="http://schemas.microsoft.com/office/drawing/2014/main" id="{BCBE8D15-217A-AD4B-B1B6-A4A4464A9778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3"/>
            <a:ext cx="5335586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9" name="Sub-heading 2">
            <a:extLst>
              <a:ext uri="{FF2B5EF4-FFF2-40B4-BE49-F238E27FC236}">
                <a16:creationId xmlns:a16="http://schemas.microsoft.com/office/drawing/2014/main" id="{EFD6BD00-14FA-0C44-936C-18A58C6AE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74650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4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5367782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1">
            <a:extLst>
              <a:ext uri="{FF2B5EF4-FFF2-40B4-BE49-F238E27FC236}">
                <a16:creationId xmlns:a16="http://schemas.microsoft.com/office/drawing/2014/main" id="{C672C517-E44C-5541-8903-0803B60C3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34094"/>
            <a:ext cx="5367782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Gold H Line">
            <a:extLst>
              <a:ext uri="{FF2B5EF4-FFF2-40B4-BE49-F238E27FC236}">
                <a16:creationId xmlns:a16="http://schemas.microsoft.com/office/drawing/2014/main" id="{FF14821C-DD56-5047-8DDF-2CED2D6B409A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3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5" name="Sub-heading 2">
            <a:extLst>
              <a:ext uri="{FF2B5EF4-FFF2-40B4-BE49-F238E27FC236}">
                <a16:creationId xmlns:a16="http://schemas.microsoft.com/office/drawing/2014/main" id="{EB65077B-EB16-BF45-A1FD-89A294FE27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9" y="138271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3696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94054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5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238EDFC1-EE9A-8048-86A1-2E5C9233E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93D46E69-FB5E-344A-A7B7-752C7C6ECCDD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C3DAB37C-2D70-5C41-B708-179C820942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73C9FD76-564E-0348-A31C-D0132A5B66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D1F2E50E-95E6-FC4E-962F-EC9D3C8E6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B3C7A21B-1B7F-7C48-A146-B42CAF24A16C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4E7E269D-C46B-D74D-ADD3-C0B4C411F7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643164C7-3D42-2F47-9B4F-124EA03007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46551"/>
            <a:ext cx="7342632" cy="50666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46551"/>
            <a:ext cx="3524695" cy="506667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9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 Rectangle">
            <a:extLst>
              <a:ext uri="{FF2B5EF4-FFF2-40B4-BE49-F238E27FC236}">
                <a16:creationId xmlns:a16="http://schemas.microsoft.com/office/drawing/2014/main" id="{16180752-C10C-8440-9EE3-94FE745DE7CB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3DFF6234-ED27-674E-B499-43815E04B1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2720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2">
            <a:extLst>
              <a:ext uri="{FF2B5EF4-FFF2-40B4-BE49-F238E27FC236}">
                <a16:creationId xmlns:a16="http://schemas.microsoft.com/office/drawing/2014/main" id="{566B889E-5E19-884B-A6F6-A481CC7DE2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6537FBF-A738-EB4D-9E99-BDECCAA2C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F49F80C-ACC3-A44A-8CC6-3C5EDE180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B3F930F9-C039-AF47-823C-5530804EC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DA3B2F-BE8B-BF42-ABB3-E31B7ECCE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85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257E3393-912E-0B49-AEEE-D6B9ACB96FDA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3B1D8D-243B-DA40-B75D-A969A88B2F8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3">
            <a:extLst>
              <a:ext uri="{FF2B5EF4-FFF2-40B4-BE49-F238E27FC236}">
                <a16:creationId xmlns:a16="http://schemas.microsoft.com/office/drawing/2014/main" id="{651902F8-552C-7C40-AA8D-2CE4C4E180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70127F6-1B72-C84F-9735-3D0725E985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3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6" name="Content Placeholder  2">
            <a:extLst>
              <a:ext uri="{FF2B5EF4-FFF2-40B4-BE49-F238E27FC236}">
                <a16:creationId xmlns:a16="http://schemas.microsoft.com/office/drawing/2014/main" id="{26B27DB4-949B-464F-A1EF-C46A3C3631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7" name="Sub-heading 2">
            <a:extLst>
              <a:ext uri="{FF2B5EF4-FFF2-40B4-BE49-F238E27FC236}">
                <a16:creationId xmlns:a16="http://schemas.microsoft.com/office/drawing/2014/main" id="{26C885C7-ECC4-4F47-8909-3F2435E193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58332A8F-EAE9-F94C-83E3-1D8BA1D919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2D4C76D-E14A-6D42-98D9-5AB41C4534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0" name="Sub-heading 1">
            <a:extLst>
              <a:ext uri="{FF2B5EF4-FFF2-40B4-BE49-F238E27FC236}">
                <a16:creationId xmlns:a16="http://schemas.microsoft.com/office/drawing/2014/main" id="{E5ACC0B6-8927-2744-B7D5-8F74BBD9F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2EB4B94-2979-2E4C-BC92-09558809B4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26348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Sand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2C99B27B-2E8D-C04F-BC82-C62BE78709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4865"/>
            <a:ext cx="6256339" cy="631312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6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07105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  <a:noFill/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22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attern">
            <a:extLst>
              <a:ext uri="{FF2B5EF4-FFF2-40B4-BE49-F238E27FC236}">
                <a16:creationId xmlns:a16="http://schemas.microsoft.com/office/drawing/2014/main" id="{4226EFA1-497F-5A4F-8521-91A0CFCC6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26" name="Bottom Corner Cover Ups">
            <a:extLst>
              <a:ext uri="{FF2B5EF4-FFF2-40B4-BE49-F238E27FC236}">
                <a16:creationId xmlns:a16="http://schemas.microsoft.com/office/drawing/2014/main" id="{12DF9248-7DA5-8141-89FC-ECD244595B6B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7" name="SU.Footer.Shape.White.Cover.R">
              <a:extLst>
                <a:ext uri="{FF2B5EF4-FFF2-40B4-BE49-F238E27FC236}">
                  <a16:creationId xmlns:a16="http://schemas.microsoft.com/office/drawing/2014/main" id="{44528E5A-08AB-2F40-85F7-9CF0230748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8" name="SU.Footer.Shape.White.Cover.L">
              <a:extLst>
                <a:ext uri="{FF2B5EF4-FFF2-40B4-BE49-F238E27FC236}">
                  <a16:creationId xmlns:a16="http://schemas.microsoft.com/office/drawing/2014/main" id="{D874E491-8EBD-0144-BAB4-4A1A86F2BCF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90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attern">
            <a:extLst>
              <a:ext uri="{FF2B5EF4-FFF2-40B4-BE49-F238E27FC236}">
                <a16:creationId xmlns:a16="http://schemas.microsoft.com/office/drawing/2014/main" id="{4A2374C0-3B03-8F48-9525-7E36392B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21" name="Bottom Corner Cover Ups">
            <a:extLst>
              <a:ext uri="{FF2B5EF4-FFF2-40B4-BE49-F238E27FC236}">
                <a16:creationId xmlns:a16="http://schemas.microsoft.com/office/drawing/2014/main" id="{27B58CE0-B94F-A74F-AF83-E7C43D62994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2" name="SU.Footer.Shape.White.Cover.R">
              <a:extLst>
                <a:ext uri="{FF2B5EF4-FFF2-40B4-BE49-F238E27FC236}">
                  <a16:creationId xmlns:a16="http://schemas.microsoft.com/office/drawing/2014/main" id="{96365ED4-3E98-AF49-A700-D172265237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3" name="SU.Footer.Shape.White.Cover.L">
              <a:extLst>
                <a:ext uri="{FF2B5EF4-FFF2-40B4-BE49-F238E27FC236}">
                  <a16:creationId xmlns:a16="http://schemas.microsoft.com/office/drawing/2014/main" id="{D3178EAC-4321-104D-9E00-9ED1994E17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8309"/>
            <a:ext cx="3524695" cy="507493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1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Rectangle">
            <a:extLst>
              <a:ext uri="{FF2B5EF4-FFF2-40B4-BE49-F238E27FC236}">
                <a16:creationId xmlns:a16="http://schemas.microsoft.com/office/drawing/2014/main" id="{D2611FE4-4CE8-7644-A6FD-ABFB5B5B8D60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5BA92924-BA89-854C-8409-64B301FD09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Sub-heading 2">
            <a:extLst>
              <a:ext uri="{FF2B5EF4-FFF2-40B4-BE49-F238E27FC236}">
                <a16:creationId xmlns:a16="http://schemas.microsoft.com/office/drawing/2014/main" id="{90BCFF40-F87E-ED46-9480-AC27B8F7C8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4773FA7-6E41-CA4A-B944-CFB56DE62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2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DE1645F-7F5E-DF4A-92A3-FB3C5E5CD28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D7D43BA8-224C-6246-ABDE-468543E9D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A004F2E-DDA4-A340-97A9-41B223F5D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3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1A1C789A-0612-3644-A79B-9492F3528D52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3BC844-4DA9-DB4A-A3AA-E8A8209E09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5" name="Sub-heading 3">
            <a:extLst>
              <a:ext uri="{FF2B5EF4-FFF2-40B4-BE49-F238E27FC236}">
                <a16:creationId xmlns:a16="http://schemas.microsoft.com/office/drawing/2014/main" id="{D8F5F88C-07A7-2147-A0EA-3CBC0139E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9E07662-F181-D847-979F-68604D4006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7" name="Content Placeholder  2">
            <a:extLst>
              <a:ext uri="{FF2B5EF4-FFF2-40B4-BE49-F238E27FC236}">
                <a16:creationId xmlns:a16="http://schemas.microsoft.com/office/drawing/2014/main" id="{81BE3FB5-7628-A44F-8346-A0EAD26BDE0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8" name="Sub-heading 2">
            <a:extLst>
              <a:ext uri="{FF2B5EF4-FFF2-40B4-BE49-F238E27FC236}">
                <a16:creationId xmlns:a16="http://schemas.microsoft.com/office/drawing/2014/main" id="{733D04FF-BCA2-1642-A192-144D8BEEF2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FC4B0CEE-DA4A-3244-81A8-3C23508A14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86AEBDB5-8697-1944-A7CB-0C142AFA5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1" name="Sub-heading 1">
            <a:extLst>
              <a:ext uri="{FF2B5EF4-FFF2-40B4-BE49-F238E27FC236}">
                <a16:creationId xmlns:a16="http://schemas.microsoft.com/office/drawing/2014/main" id="{609BD0E6-9034-2C40-A3D4-10BA44739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AE43938-8335-A749-BAE2-E305CF0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280602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Maroon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Maroon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5515"/>
          <a:stretch/>
        </p:blipFill>
        <p:spPr>
          <a:xfrm rot="10800000">
            <a:off x="225944" y="1341306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866" t="14321" r="48528" b="71220"/>
          <a:stretch/>
        </p:blipFill>
        <p:spPr>
          <a:xfrm rot="10800000">
            <a:off x="227250" y="-42185"/>
            <a:ext cx="4785278" cy="1376863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101463"/>
            <a:ext cx="6256338" cy="441925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76838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2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3213"/>
            <a:ext cx="8328565" cy="10528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74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ttern">
            <a:extLst>
              <a:ext uri="{FF2B5EF4-FFF2-40B4-BE49-F238E27FC236}">
                <a16:creationId xmlns:a16="http://schemas.microsoft.com/office/drawing/2014/main" id="{C0EE66DB-533C-E64C-B3D1-64CA28007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3" name="Bottom Corner Cover Ups">
            <a:extLst>
              <a:ext uri="{FF2B5EF4-FFF2-40B4-BE49-F238E27FC236}">
                <a16:creationId xmlns:a16="http://schemas.microsoft.com/office/drawing/2014/main" id="{5005E7C9-6600-A544-AFA5-371577BEB73F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9" name="SU.Footer.Shape.White.Cover.R">
              <a:extLst>
                <a:ext uri="{FF2B5EF4-FFF2-40B4-BE49-F238E27FC236}">
                  <a16:creationId xmlns:a16="http://schemas.microsoft.com/office/drawing/2014/main" id="{1D0C4382-EBF0-994D-87EB-841AE6F0F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0" name="SU.Footer.Shape.White.Cover.L">
              <a:extLst>
                <a:ext uri="{FF2B5EF4-FFF2-40B4-BE49-F238E27FC236}">
                  <a16:creationId xmlns:a16="http://schemas.microsoft.com/office/drawing/2014/main" id="{A9785C11-D389-7D4F-9474-E4C97B9273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53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attern">
            <a:extLst>
              <a:ext uri="{FF2B5EF4-FFF2-40B4-BE49-F238E27FC236}">
                <a16:creationId xmlns:a16="http://schemas.microsoft.com/office/drawing/2014/main" id="{D5786CBE-E2DA-F242-8EF3-D86AFD7773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167"/>
          <a:stretch/>
        </p:blipFill>
        <p:spPr>
          <a:xfrm>
            <a:off x="1380" y="1342422"/>
            <a:ext cx="3784040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6742E16-A430-8D49-8E48-2E7C539F897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36D2AD46-C46A-354E-BEB5-538F821ABE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FCFD9C81-5F69-5644-80F4-B4957DB6B5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4" name="Content Placeholder ">
            <a:extLst>
              <a:ext uri="{FF2B5EF4-FFF2-40B4-BE49-F238E27FC236}">
                <a16:creationId xmlns:a16="http://schemas.microsoft.com/office/drawing/2014/main" id="{D0E9C235-E1AC-4547-A3F0-A9434CA86F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043364" y="1439056"/>
            <a:ext cx="7814339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3" name="Sub-heading">
            <a:extLst>
              <a:ext uri="{FF2B5EF4-FFF2-40B4-BE49-F238E27FC236}">
                <a16:creationId xmlns:a16="http://schemas.microsoft.com/office/drawing/2014/main" id="{4F600B9D-C6D1-B541-84C3-79F974E469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7745"/>
            <a:ext cx="3266751" cy="5075482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GB" sz="2800" b="0" i="0" kern="120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52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Rectangle">
            <a:extLst>
              <a:ext uri="{FF2B5EF4-FFF2-40B4-BE49-F238E27FC236}">
                <a16:creationId xmlns:a16="http://schemas.microsoft.com/office/drawing/2014/main" id="{E092BD89-6351-F14F-99A1-F9ED46FD8A3D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 2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2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EB87052C-3318-B443-ACEB-EB3464C7D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1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9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F91E8B35-3A4B-C141-A1D0-4589A2506ABF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BB9A18E-F7B6-1241-9C63-76045CF56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4" name="Sub-heading 3">
            <a:extLst>
              <a:ext uri="{FF2B5EF4-FFF2-40B4-BE49-F238E27FC236}">
                <a16:creationId xmlns:a16="http://schemas.microsoft.com/office/drawing/2014/main" id="{73E54803-8D9E-3F45-B6AB-2245573210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5" name="Title 3">
            <a:extLst>
              <a:ext uri="{FF2B5EF4-FFF2-40B4-BE49-F238E27FC236}">
                <a16:creationId xmlns:a16="http://schemas.microsoft.com/office/drawing/2014/main" id="{16F8BEA3-5345-1748-AA80-5B585F793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29951"/>
            <a:ext cx="3600000" cy="105355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6" name="Content Placeholder  2">
            <a:extLst>
              <a:ext uri="{FF2B5EF4-FFF2-40B4-BE49-F238E27FC236}">
                <a16:creationId xmlns:a16="http://schemas.microsoft.com/office/drawing/2014/main" id="{88B2884D-0365-B541-8F3C-C51C6A73AE2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2"/>
            <a:ext cx="3599998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7" name="Sub-heading 2">
            <a:extLst>
              <a:ext uri="{FF2B5EF4-FFF2-40B4-BE49-F238E27FC236}">
                <a16:creationId xmlns:a16="http://schemas.microsoft.com/office/drawing/2014/main" id="{6D580DE4-7F66-D04D-B514-60DB43039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A6F7933B-A88D-C34B-BD54-79381E7FA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2A0A52AC-CBA4-EA46-BD1B-323F4DB400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0" name="Sub-heading 1">
            <a:extLst>
              <a:ext uri="{FF2B5EF4-FFF2-40B4-BE49-F238E27FC236}">
                <a16:creationId xmlns:a16="http://schemas.microsoft.com/office/drawing/2014/main" id="{CA2CC1C2-E7EE-0648-820D-BC18F6B338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60F85EF3-BC19-7441-B388-C548745126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302284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Grey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Grey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5515"/>
          <a:stretch/>
        </p:blipFill>
        <p:spPr>
          <a:xfrm rot="10800000">
            <a:off x="225944" y="1334680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866" t="14321" r="48528" b="71220"/>
          <a:stretch/>
        </p:blipFill>
        <p:spPr>
          <a:xfrm rot="10800000">
            <a:off x="227250" y="-42183"/>
            <a:ext cx="4785278" cy="137686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6645"/>
            <a:ext cx="6256338" cy="4416581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117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Relationship Id="rId30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SU.Footer.Shape.White">
            <a:extLst>
              <a:ext uri="{FF2B5EF4-FFF2-40B4-BE49-F238E27FC236}">
                <a16:creationId xmlns:a16="http://schemas.microsoft.com/office/drawing/2014/main" id="{C2021710-E914-7244-8A47-3745EFB08A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b="18185"/>
          <a:stretch/>
        </p:blipFill>
        <p:spPr>
          <a:xfrm>
            <a:off x="0" y="5909001"/>
            <a:ext cx="12192000" cy="948999"/>
          </a:xfrm>
          <a:prstGeom prst="rect">
            <a:avLst/>
          </a:prstGeom>
        </p:spPr>
      </p:pic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Engineering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3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SU.Shape" hidden="1">
            <a:extLst>
              <a:ext uri="{FF2B5EF4-FFF2-40B4-BE49-F238E27FC236}">
                <a16:creationId xmlns:a16="http://schemas.microsoft.com/office/drawing/2014/main" id="{050DDAF9-8F3A-0B48-82E1-6040CBB5F5D1}"/>
              </a:ext>
            </a:extLst>
          </p:cNvPr>
          <p:cNvSpPr/>
          <p:nvPr userDrawn="1"/>
        </p:nvSpPr>
        <p:spPr>
          <a:xfrm>
            <a:off x="0" y="1339540"/>
            <a:ext cx="12192000" cy="5259988"/>
          </a:xfrm>
          <a:custGeom>
            <a:avLst/>
            <a:gdLst>
              <a:gd name="connsiteX0" fmla="*/ 76801 w 3455263"/>
              <a:gd name="connsiteY0" fmla="*/ 1812227 h 1812226"/>
              <a:gd name="connsiteX1" fmla="*/ 0 w 3455263"/>
              <a:gd name="connsiteY1" fmla="*/ 1735169 h 1812226"/>
              <a:gd name="connsiteX2" fmla="*/ 0 w 3455263"/>
              <a:gd name="connsiteY2" fmla="*/ 0 h 1812226"/>
              <a:gd name="connsiteX3" fmla="*/ 3455263 w 3455263"/>
              <a:gd name="connsiteY3" fmla="*/ 0 h 1812226"/>
              <a:gd name="connsiteX4" fmla="*/ 3455263 w 3455263"/>
              <a:gd name="connsiteY4" fmla="*/ 1581150 h 1812226"/>
              <a:gd name="connsiteX5" fmla="*/ 3224766 w 3455263"/>
              <a:gd name="connsiteY5" fmla="*/ 1811750 h 181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5263" h="1812226">
                <a:moveTo>
                  <a:pt x="76801" y="1812227"/>
                </a:moveTo>
                <a:cubicBezTo>
                  <a:pt x="76801" y="1812227"/>
                  <a:pt x="0" y="1812227"/>
                  <a:pt x="0" y="1735169"/>
                </a:cubicBezTo>
                <a:lnTo>
                  <a:pt x="0" y="0"/>
                </a:lnTo>
                <a:lnTo>
                  <a:pt x="3455263" y="0"/>
                </a:lnTo>
                <a:lnTo>
                  <a:pt x="3455263" y="1581150"/>
                </a:lnTo>
                <a:cubicBezTo>
                  <a:pt x="3455263" y="1581150"/>
                  <a:pt x="3455263" y="1811750"/>
                  <a:pt x="3224766" y="1811750"/>
                </a:cubicBezTo>
                <a:close/>
              </a:path>
            </a:pathLst>
          </a:cu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426437"/>
            <a:ext cx="11125197" cy="515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85324"/>
            <a:ext cx="8515636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8" name="SU Logo">
            <a:extLst>
              <a:ext uri="{FF2B5EF4-FFF2-40B4-BE49-F238E27FC236}">
                <a16:creationId xmlns:a16="http://schemas.microsoft.com/office/drawing/2014/main" id="{4BCB2B4B-739F-974A-8938-B9DE97032C44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9138962" y="130470"/>
            <a:ext cx="3053038" cy="10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25" r:id="rId3"/>
    <p:sldLayoutId id="2147483712" r:id="rId4"/>
    <p:sldLayoutId id="2147483716" r:id="rId5"/>
    <p:sldLayoutId id="2147483741" r:id="rId6"/>
    <p:sldLayoutId id="2147483729" r:id="rId7"/>
    <p:sldLayoutId id="2147483749" r:id="rId8"/>
    <p:sldLayoutId id="2147483701" r:id="rId9"/>
    <p:sldLayoutId id="2147483713" r:id="rId10"/>
    <p:sldLayoutId id="2147483724" r:id="rId11"/>
    <p:sldLayoutId id="2147483743" r:id="rId12"/>
    <p:sldLayoutId id="2147483710" r:id="rId13"/>
    <p:sldLayoutId id="2147483750" r:id="rId14"/>
    <p:sldLayoutId id="2147483702" r:id="rId15"/>
    <p:sldLayoutId id="2147483714" r:id="rId16"/>
    <p:sldLayoutId id="2147483722" r:id="rId17"/>
    <p:sldLayoutId id="2147483744" r:id="rId18"/>
    <p:sldLayoutId id="2147483719" r:id="rId19"/>
    <p:sldLayoutId id="2147483751" r:id="rId20"/>
    <p:sldLayoutId id="2147483721" r:id="rId21"/>
    <p:sldLayoutId id="2147483709" r:id="rId22"/>
    <p:sldLayoutId id="2147483718" r:id="rId23"/>
    <p:sldLayoutId id="2147483745" r:id="rId24"/>
    <p:sldLayoutId id="2147483717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by ...">
            <a:extLst>
              <a:ext uri="{FF2B5EF4-FFF2-40B4-BE49-F238E27FC236}">
                <a16:creationId xmlns:a16="http://schemas.microsoft.com/office/drawing/2014/main" id="{1982AB7D-2BAE-EF40-81E9-5AD098526BD0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Title ">
            <a:extLst>
              <a:ext uri="{FF2B5EF4-FFF2-40B4-BE49-F238E27FC236}">
                <a16:creationId xmlns:a16="http://schemas.microsoft.com/office/drawing/2014/main" id="{78FFE392-5910-874B-8661-FD0BB93E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6234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">
            <a:extLst>
              <a:ext uri="{FF2B5EF4-FFF2-40B4-BE49-F238E27FC236}">
                <a16:creationId xmlns:a16="http://schemas.microsoft.com/office/drawing/2014/main" id="{40C58647-16BF-1045-8561-F021E80DF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483" y="5477559"/>
            <a:ext cx="2089853" cy="81035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540698C-BA9A-2249-AB58-0C203515B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8" y="294054"/>
            <a:ext cx="8328565" cy="1019176"/>
          </a:xfrm>
        </p:spPr>
        <p:txBody>
          <a:bodyPr/>
          <a:lstStyle/>
          <a:p>
            <a:r>
              <a:rPr lang="en-GB" dirty="0"/>
              <a:t>FONT SPECIFICATIONS</a:t>
            </a:r>
          </a:p>
        </p:txBody>
      </p:sp>
      <p:grpSp>
        <p:nvGrpSpPr>
          <p:cNvPr id="17" name="Yellow indicators">
            <a:extLst>
              <a:ext uri="{FF2B5EF4-FFF2-40B4-BE49-F238E27FC236}">
                <a16:creationId xmlns:a16="http://schemas.microsoft.com/office/drawing/2014/main" id="{7EE113CD-A456-BB40-BA62-73910C6809FF}"/>
              </a:ext>
            </a:extLst>
          </p:cNvPr>
          <p:cNvGrpSpPr/>
          <p:nvPr/>
        </p:nvGrpSpPr>
        <p:grpSpPr>
          <a:xfrm>
            <a:off x="9048412" y="5164781"/>
            <a:ext cx="2360490" cy="1102857"/>
            <a:chOff x="9091132" y="5247827"/>
            <a:chExt cx="2841513" cy="1327598"/>
          </a:xfrm>
        </p:grpSpPr>
        <p:sp>
          <p:nvSpPr>
            <p:cNvPr id="18" name="Nr 2">
              <a:extLst>
                <a:ext uri="{FF2B5EF4-FFF2-40B4-BE49-F238E27FC236}">
                  <a16:creationId xmlns:a16="http://schemas.microsoft.com/office/drawing/2014/main" id="{4D9CE8E1-972B-B94A-9A99-F0D4D30892F9}"/>
                </a:ext>
              </a:extLst>
            </p:cNvPr>
            <p:cNvSpPr/>
            <p:nvPr/>
          </p:nvSpPr>
          <p:spPr>
            <a:xfrm>
              <a:off x="9091132" y="6227952"/>
              <a:ext cx="347473" cy="347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" name="Nr 1">
              <a:extLst>
                <a:ext uri="{FF2B5EF4-FFF2-40B4-BE49-F238E27FC236}">
                  <a16:creationId xmlns:a16="http://schemas.microsoft.com/office/drawing/2014/main" id="{C9D6A69D-B5A9-3648-8762-EA8612013998}"/>
                </a:ext>
              </a:extLst>
            </p:cNvPr>
            <p:cNvSpPr/>
            <p:nvPr/>
          </p:nvSpPr>
          <p:spPr>
            <a:xfrm>
              <a:off x="9671603" y="5247827"/>
              <a:ext cx="347473" cy="3474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ounded Rectangle 2">
              <a:extLst>
                <a:ext uri="{FF2B5EF4-FFF2-40B4-BE49-F238E27FC236}">
                  <a16:creationId xmlns:a16="http://schemas.microsoft.com/office/drawing/2014/main" id="{8E460C13-869C-244D-A368-A2D119E40E3E}"/>
                </a:ext>
              </a:extLst>
            </p:cNvPr>
            <p:cNvSpPr/>
            <p:nvPr/>
          </p:nvSpPr>
          <p:spPr>
            <a:xfrm>
              <a:off x="9438605" y="5976572"/>
              <a:ext cx="2494040" cy="597039"/>
            </a:xfrm>
            <a:prstGeom prst="round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ounded Rectangle 1">
              <a:extLst>
                <a:ext uri="{FF2B5EF4-FFF2-40B4-BE49-F238E27FC236}">
                  <a16:creationId xmlns:a16="http://schemas.microsoft.com/office/drawing/2014/main" id="{077887AD-5E82-684B-8A1E-C6B30B8AE7ED}"/>
                </a:ext>
              </a:extLst>
            </p:cNvPr>
            <p:cNvSpPr/>
            <p:nvPr/>
          </p:nvSpPr>
          <p:spPr>
            <a:xfrm>
              <a:off x="9416920" y="5595301"/>
              <a:ext cx="479435" cy="336998"/>
            </a:xfrm>
            <a:prstGeom prst="round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Colour blocks">
            <a:extLst>
              <a:ext uri="{FF2B5EF4-FFF2-40B4-BE49-F238E27FC236}">
                <a16:creationId xmlns:a16="http://schemas.microsoft.com/office/drawing/2014/main" id="{00C2848F-60C5-B445-9BD9-28E36D060D9E}"/>
              </a:ext>
            </a:extLst>
          </p:cNvPr>
          <p:cNvGrpSpPr/>
          <p:nvPr/>
        </p:nvGrpSpPr>
        <p:grpSpPr>
          <a:xfrm>
            <a:off x="10688902" y="1640309"/>
            <a:ext cx="720000" cy="3012104"/>
            <a:chOff x="10688902" y="1639420"/>
            <a:chExt cx="720000" cy="3012104"/>
          </a:xfrm>
        </p:grpSpPr>
        <p:sp>
          <p:nvSpPr>
            <p:cNvPr id="23" name="Dark Grey block">
              <a:extLst>
                <a:ext uri="{FF2B5EF4-FFF2-40B4-BE49-F238E27FC236}">
                  <a16:creationId xmlns:a16="http://schemas.microsoft.com/office/drawing/2014/main" id="{4987DA0E-5AAB-1749-993E-32C54CA657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88902" y="3972394"/>
              <a:ext cx="720000" cy="6791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Gold block">
              <a:extLst>
                <a:ext uri="{FF2B5EF4-FFF2-40B4-BE49-F238E27FC236}">
                  <a16:creationId xmlns:a16="http://schemas.microsoft.com/office/drawing/2014/main" id="{2EA9A468-B425-7649-B063-71F40DD642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88902" y="2826614"/>
              <a:ext cx="720000" cy="679130"/>
            </a:xfrm>
            <a:prstGeom prst="rect">
              <a:avLst/>
            </a:prstGeom>
            <a:solidFill>
              <a:srgbClr val="B7996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B79961"/>
                </a:solidFill>
              </a:endParaRPr>
            </a:p>
          </p:txBody>
        </p:sp>
        <p:sp>
          <p:nvSpPr>
            <p:cNvPr id="25" name="Maroon block">
              <a:extLst>
                <a:ext uri="{FF2B5EF4-FFF2-40B4-BE49-F238E27FC236}">
                  <a16:creationId xmlns:a16="http://schemas.microsoft.com/office/drawing/2014/main" id="{5FC7154D-E046-2B4F-8C6E-F5364D9CDC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88902" y="1639420"/>
              <a:ext cx="720000" cy="679130"/>
            </a:xfrm>
            <a:prstGeom prst="rect">
              <a:avLst/>
            </a:prstGeom>
            <a:solidFill>
              <a:srgbClr val="612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26" name="Table ">
            <a:extLst>
              <a:ext uri="{FF2B5EF4-FFF2-40B4-BE49-F238E27FC236}">
                <a16:creationId xmlns:a16="http://schemas.microsoft.com/office/drawing/2014/main" id="{20D84AEE-EDD3-E146-B684-CD73009D45BF}"/>
              </a:ext>
            </a:extLst>
          </p:cNvPr>
          <p:cNvGraphicFramePr>
            <a:graphicFrameLocks noGrp="1"/>
          </p:cNvGraphicFramePr>
          <p:nvPr/>
        </p:nvGraphicFramePr>
        <p:xfrm>
          <a:off x="550863" y="1373321"/>
          <a:ext cx="11103989" cy="51406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7737">
                  <a:extLst>
                    <a:ext uri="{9D8B030D-6E8A-4147-A177-3AD203B41FA5}">
                      <a16:colId xmlns:a16="http://schemas.microsoft.com/office/drawing/2014/main" val="131415047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083754313"/>
                    </a:ext>
                  </a:extLst>
                </a:gridCol>
                <a:gridCol w="7260652">
                  <a:extLst>
                    <a:ext uri="{9D8B030D-6E8A-4147-A177-3AD203B41FA5}">
                      <a16:colId xmlns:a16="http://schemas.microsoft.com/office/drawing/2014/main" val="475523701"/>
                    </a:ext>
                  </a:extLst>
                </a:gridCol>
              </a:tblGrid>
              <a:tr h="11758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i="0" dirty="0">
                          <a:solidFill>
                            <a:schemeClr val="accent1"/>
                          </a:solidFill>
                          <a:latin typeface="Trebuchet MS" panose="020B0703020202090204" pitchFamily="34" charset="0"/>
                        </a:rPr>
                        <a:t>HEADINGS</a:t>
                      </a:r>
                    </a:p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dirty="0">
                          <a:solidFill>
                            <a:schemeClr val="tx1"/>
                          </a:solidFill>
                          <a:latin typeface="+mj-lt"/>
                        </a:rPr>
                        <a:t>Should appear in UPPERCASE | Left aligned</a:t>
                      </a:r>
                    </a:p>
                    <a:p>
                      <a:r>
                        <a:rPr lang="en-GB" sz="1800" b="0" i="0" dirty="0">
                          <a:solidFill>
                            <a:schemeClr val="tx1"/>
                          </a:solidFill>
                          <a:latin typeface="+mj-lt"/>
                        </a:rPr>
                        <a:t>Font: </a:t>
                      </a:r>
                      <a:r>
                        <a:rPr lang="en-GB" sz="2000" b="1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Trebuchet MS Bold  </a:t>
                      </a:r>
                      <a:r>
                        <a:rPr lang="en-GB" sz="2000" b="1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32-point</a:t>
                      </a:r>
                    </a:p>
                    <a:p>
                      <a:r>
                        <a:rPr lang="en-GB" sz="1800" b="0" i="0" dirty="0">
                          <a:solidFill>
                            <a:schemeClr val="tx1"/>
                          </a:solidFill>
                          <a:latin typeface="+mj-lt"/>
                        </a:rPr>
                        <a:t>Colour: Maroon | RGB: R = 97, G = 34, B = 59 | HEX: 61223b</a:t>
                      </a:r>
                    </a:p>
                    <a:p>
                      <a:r>
                        <a:rPr lang="en-GB" sz="1800" b="0" i="0" dirty="0">
                          <a:solidFill>
                            <a:schemeClr val="tx1"/>
                          </a:solidFill>
                          <a:latin typeface="+mj-lt"/>
                        </a:rPr>
                        <a:t>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086685"/>
                  </a:ext>
                </a:extLst>
              </a:tr>
              <a:tr h="11082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0" i="0" dirty="0">
                          <a:solidFill>
                            <a:srgbClr val="B79961"/>
                          </a:solidFill>
                          <a:latin typeface="Trebuchet MS" panose="020B0703020202090204" pitchFamily="34" charset="0"/>
                        </a:rPr>
                        <a:t>Sub-headings</a:t>
                      </a:r>
                    </a:p>
                    <a:p>
                      <a:endParaRPr lang="en-GB" sz="2800" dirty="0"/>
                    </a:p>
                  </a:txBody>
                  <a:tcPr>
                    <a:lnR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</a:rPr>
                        <a:t>Should appear in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sentence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</a:rPr>
                        <a:t> case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| Left aligned</a:t>
                      </a:r>
                      <a:endParaRPr lang="en-GB" sz="1800" b="0" i="0" kern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</a:rPr>
                        <a:t>Font: </a:t>
                      </a:r>
                      <a:r>
                        <a:rPr lang="en-GB" sz="2000" b="1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Trebuchet MS Regular  28-point</a:t>
                      </a:r>
                    </a:p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</a:rPr>
                        <a:t>Colour: Gold | RGB: R = 183, G = 153, B = 97 | HEX: b79962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978482"/>
                  </a:ext>
                </a:extLst>
              </a:tr>
              <a:tr h="11082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i="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Body text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800" dirty="0">
                        <a:solidFill>
                          <a:schemeClr val="accent2"/>
                        </a:solidFill>
                        <a:latin typeface="Trebuchet MS" panose="020B070302020209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</a:rPr>
                        <a:t>Should appear in sentence case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| Left aligned</a:t>
                      </a:r>
                      <a:endParaRPr lang="en-GB" sz="1800" b="0" i="0" kern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</a:rPr>
                        <a:t>Font: </a:t>
                      </a:r>
                      <a:r>
                        <a:rPr lang="en-GB" sz="2000" b="1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Calibri Light  24-point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</a:rPr>
                        <a:t>(or smaller)</a:t>
                      </a:r>
                    </a:p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</a:rPr>
                        <a:t>Colour: Steel Grey | RGB: R = 77, G = 83, B = 86 | HEX: 4d5356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362837"/>
                  </a:ext>
                </a:extLst>
              </a:tr>
              <a:tr h="1704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1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Emphasis</a:t>
                      </a:r>
                    </a:p>
                  </a:txBody>
                  <a:tcPr>
                    <a:lnR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Should appear in sentence case</a:t>
                      </a:r>
                    </a:p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 panose="020F0502020204030204" pitchFamily="34" charset="0"/>
                        </a:rPr>
                        <a:t>Font: </a:t>
                      </a:r>
                      <a:r>
                        <a:rPr lang="en-GB" sz="2000" b="1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Calibri Bold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(may be bigger </a:t>
                      </a:r>
                      <a:b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than the rest of the body text) </a:t>
                      </a:r>
                      <a:b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Choose an emphasis colour from the </a:t>
                      </a:r>
                      <a:b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pre-populated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 panose="020F0502020204030204" pitchFamily="34" charset="0"/>
                        </a:rPr>
                        <a:t>Theme Colours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437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97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40698C-BA9A-2249-AB58-0C203515B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8" y="294054"/>
            <a:ext cx="8328565" cy="1019176"/>
          </a:xfrm>
        </p:spPr>
        <p:txBody>
          <a:bodyPr/>
          <a:lstStyle/>
          <a:p>
            <a:r>
              <a:rPr lang="en-GB" dirty="0"/>
              <a:t>COLOUR RATIO</a:t>
            </a:r>
          </a:p>
        </p:txBody>
      </p:sp>
      <p:graphicFrame>
        <p:nvGraphicFramePr>
          <p:cNvPr id="26" name="Table ">
            <a:extLst>
              <a:ext uri="{FF2B5EF4-FFF2-40B4-BE49-F238E27FC236}">
                <a16:creationId xmlns:a16="http://schemas.microsoft.com/office/drawing/2014/main" id="{20D84AEE-EDD3-E146-B684-CD73009D45BF}"/>
              </a:ext>
            </a:extLst>
          </p:cNvPr>
          <p:cNvGraphicFramePr>
            <a:graphicFrameLocks noGrp="1"/>
          </p:cNvGraphicFramePr>
          <p:nvPr/>
        </p:nvGraphicFramePr>
        <p:xfrm>
          <a:off x="550863" y="1458377"/>
          <a:ext cx="11103989" cy="3230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7737">
                  <a:extLst>
                    <a:ext uri="{9D8B030D-6E8A-4147-A177-3AD203B41FA5}">
                      <a16:colId xmlns:a16="http://schemas.microsoft.com/office/drawing/2014/main" val="131415047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083754313"/>
                    </a:ext>
                  </a:extLst>
                </a:gridCol>
                <a:gridCol w="7260652">
                  <a:extLst>
                    <a:ext uri="{9D8B030D-6E8A-4147-A177-3AD203B41FA5}">
                      <a16:colId xmlns:a16="http://schemas.microsoft.com/office/drawing/2014/main" val="475523701"/>
                    </a:ext>
                  </a:extLst>
                </a:gridCol>
              </a:tblGrid>
              <a:tr h="11082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08175" algn="l"/>
                        </a:tabLst>
                        <a:defRPr/>
                      </a:pPr>
                      <a:r>
                        <a:rPr lang="en-GB" sz="2800" b="0" i="0" kern="1200" dirty="0">
                          <a:solidFill>
                            <a:schemeClr val="accent2"/>
                          </a:solidFill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Colour ratio distribution </a:t>
                      </a:r>
                      <a:br>
                        <a:rPr lang="en-GB" sz="2800" b="0" i="0" kern="1200" dirty="0">
                          <a:solidFill>
                            <a:schemeClr val="accent2"/>
                          </a:solidFill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</a:br>
                      <a:r>
                        <a:rPr lang="en-GB" sz="2800" b="0" i="0" kern="1200" dirty="0">
                          <a:solidFill>
                            <a:schemeClr val="accent2"/>
                          </a:solidFill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on slides</a:t>
                      </a:r>
                    </a:p>
                    <a:p>
                      <a:endParaRPr lang="en-GB" sz="2800" dirty="0"/>
                    </a:p>
                  </a:txBody>
                  <a:tcPr>
                    <a:lnR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F8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i="0" kern="12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Maroon </a:t>
                      </a:r>
                      <a:r>
                        <a:rPr lang="en-GB" sz="2400" b="1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70%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i="0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i="0" kern="12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Gold </a:t>
                      </a:r>
                      <a:r>
                        <a:rPr lang="en-GB" sz="2400" b="1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10%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i="0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i="0" kern="12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Faculty colour </a:t>
                      </a:r>
                      <a:r>
                        <a:rPr lang="en-GB" sz="2400" b="1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30%</a:t>
                      </a:r>
                      <a:endParaRPr lang="en-GB" sz="2400" b="1" i="0" kern="1200" dirty="0">
                        <a:solidFill>
                          <a:schemeClr val="accent2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1" i="0" dirty="0">
                        <a:solidFill>
                          <a:schemeClr val="accent2"/>
                        </a:solidFill>
                        <a:latin typeface="Trebuchet MS" panose="020B070302020209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dirty="0">
                        <a:solidFill>
                          <a:schemeClr val="accent2"/>
                        </a:solidFill>
                        <a:latin typeface="Trebuchet MS" panose="020B0703020202090204" pitchFamily="34" charset="0"/>
                      </a:endParaRPr>
                    </a:p>
                    <a:p>
                      <a:endParaRPr lang="en-GB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978482"/>
                  </a:ext>
                </a:extLst>
              </a:tr>
            </a:tbl>
          </a:graphicData>
        </a:graphic>
      </p:graphicFrame>
      <p:graphicFrame>
        <p:nvGraphicFramePr>
          <p:cNvPr id="16" name="Graph">
            <a:extLst>
              <a:ext uri="{FF2B5EF4-FFF2-40B4-BE49-F238E27FC236}">
                <a16:creationId xmlns:a16="http://schemas.microsoft.com/office/drawing/2014/main" id="{82948D10-A634-044D-8D94-E8F9D1CEA8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13204" y="1570669"/>
          <a:ext cx="4878796" cy="476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842EB34-EE4F-914D-9372-210AC62AD353}"/>
              </a:ext>
            </a:extLst>
          </p:cNvPr>
          <p:cNvGrpSpPr/>
          <p:nvPr/>
        </p:nvGrpSpPr>
        <p:grpSpPr>
          <a:xfrm>
            <a:off x="4026410" y="3414132"/>
            <a:ext cx="3127698" cy="2191873"/>
            <a:chOff x="4026410" y="3414132"/>
            <a:chExt cx="3127698" cy="2191873"/>
          </a:xfrm>
        </p:grpSpPr>
        <p:pic>
          <p:nvPicPr>
            <p:cNvPr id="6" name="Graphic ">
              <a:extLst>
                <a:ext uri="{FF2B5EF4-FFF2-40B4-BE49-F238E27FC236}">
                  <a16:creationId xmlns:a16="http://schemas.microsoft.com/office/drawing/2014/main" id="{03164BDE-002D-2E48-9AD6-5F43A0A2B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26410" y="3414132"/>
              <a:ext cx="3127698" cy="2191873"/>
            </a:xfrm>
            <a:prstGeom prst="rect">
              <a:avLst/>
            </a:prstGeom>
          </p:spPr>
        </p:pic>
        <p:sp>
          <p:nvSpPr>
            <p:cNvPr id="7" name="TextBox">
              <a:extLst>
                <a:ext uri="{FF2B5EF4-FFF2-40B4-BE49-F238E27FC236}">
                  <a16:creationId xmlns:a16="http://schemas.microsoft.com/office/drawing/2014/main" id="{D9E9E20F-E461-194C-A4E9-DED13CF3AFBD}"/>
                </a:ext>
              </a:extLst>
            </p:cNvPr>
            <p:cNvSpPr txBox="1"/>
            <p:nvPr/>
          </p:nvSpPr>
          <p:spPr>
            <a:xfrm>
              <a:off x="4401751" y="3669430"/>
              <a:ext cx="275235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rebuchet MS" panose="020B0703020202090204" pitchFamily="34" charset="0"/>
                </a:rPr>
                <a:t>Engineering</a:t>
              </a:r>
            </a:p>
            <a:p>
              <a:endParaRPr lang="en-US" sz="1600" b="1" dirty="0">
                <a:latin typeface="Trebuchet MS" panose="020B0703020202090204" pitchFamily="34" charset="0"/>
              </a:endParaRPr>
            </a:p>
            <a:p>
              <a:r>
                <a:rPr lang="en-GB" sz="1600" dirty="0">
                  <a:latin typeface="+mj-lt"/>
                </a:rPr>
                <a:t>RGB: R = </a:t>
              </a:r>
              <a:r>
                <a:rPr lang="en-GB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235</a:t>
              </a:r>
              <a:r>
                <a:rPr lang="en-GB" sz="1600" dirty="0">
                  <a:latin typeface="+mj-lt"/>
                </a:rPr>
                <a:t>, G </a:t>
              </a:r>
              <a:r>
                <a:rPr lang="en-GB" sz="1600">
                  <a:latin typeface="+mj-lt"/>
                </a:rPr>
                <a:t>= </a:t>
              </a:r>
              <a:r>
                <a:rPr lang="en-GB" sz="1600" b="1">
                  <a:latin typeface="Calibri" panose="020F0502020204030204" pitchFamily="34" charset="0"/>
                  <a:cs typeface="Calibri" panose="020F0502020204030204" pitchFamily="34" charset="0"/>
                </a:rPr>
                <a:t>169</a:t>
              </a:r>
              <a:r>
                <a:rPr lang="en-GB" sz="1600">
                  <a:latin typeface="+mj-lt"/>
                </a:rPr>
                <a:t>, </a:t>
              </a:r>
              <a:r>
                <a:rPr lang="en-GB" sz="1600" dirty="0">
                  <a:latin typeface="+mj-lt"/>
                </a:rPr>
                <a:t>B </a:t>
              </a:r>
              <a:r>
                <a:rPr lang="en-GB" sz="1600">
                  <a:latin typeface="+mj-lt"/>
                </a:rPr>
                <a:t>= </a:t>
              </a:r>
              <a:r>
                <a:rPr lang="en-GB" sz="1600" b="1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GB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GB" sz="1600" dirty="0"/>
            </a:p>
            <a:p>
              <a:r>
                <a:rPr lang="en-GB" sz="16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HEX:</a:t>
              </a:r>
              <a:r>
                <a:rPr lang="en-GB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EBA900</a:t>
              </a:r>
              <a:endParaRPr lang="en-GB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825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C6D65BAC40A45BAB92F14DB5F4FAF" ma:contentTypeVersion="13" ma:contentTypeDescription="Create a new document." ma:contentTypeScope="" ma:versionID="4bebfb9a38d2a52932940e3bd172a61b">
  <xsd:schema xmlns:xsd="http://www.w3.org/2001/XMLSchema" xmlns:xs="http://www.w3.org/2001/XMLSchema" xmlns:p="http://schemas.microsoft.com/office/2006/metadata/properties" xmlns:ns2="88a3d677-9216-46c3-8201-ee58da5def3b" xmlns:ns3="dffefaba-9bcc-430d-9abe-09565c10f6ee" targetNamespace="http://schemas.microsoft.com/office/2006/metadata/properties" ma:root="true" ma:fieldsID="c2094452f851fe343f0223b9fe04b330" ns2:_="" ns3:_="">
    <xsd:import namespace="88a3d677-9216-46c3-8201-ee58da5def3b"/>
    <xsd:import namespace="dffefaba-9bcc-430d-9abe-09565c10f6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3d677-9216-46c3-8201-ee58da5def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efaba-9bcc-430d-9abe-09565c10f6e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FD3338-D4E3-4502-9B82-BBA309F10DAD}"/>
</file>

<file path=customXml/itemProps2.xml><?xml version="1.0" encoding="utf-8"?>
<ds:datastoreItem xmlns:ds="http://schemas.openxmlformats.org/officeDocument/2006/customXml" ds:itemID="{90A1150E-9EB0-4052-8951-9BF12D21938C}"/>
</file>

<file path=customXml/itemProps3.xml><?xml version="1.0" encoding="utf-8"?>
<ds:datastoreItem xmlns:ds="http://schemas.openxmlformats.org/officeDocument/2006/customXml" ds:itemID="{03509906-2731-4654-B9CF-014140F195B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37901</TotalTime>
  <Words>246</Words>
  <Application>Microsoft Macintosh PowerPoint</Application>
  <PresentationFormat>Widescreen</PresentationFormat>
  <Paragraphs>42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Raleway</vt:lpstr>
      <vt:lpstr>Trebuchet MS</vt:lpstr>
      <vt:lpstr>Office Theme</vt:lpstr>
      <vt:lpstr>PRESENTATION TITLE</vt:lpstr>
      <vt:lpstr>FONT SPECIFICATIONS</vt:lpstr>
      <vt:lpstr>COLOUR RATIO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Muller, L, Mev [lm2@sun.ac.za]</cp:lastModifiedBy>
  <cp:revision>686</cp:revision>
  <dcterms:created xsi:type="dcterms:W3CDTF">2021-09-15T08:20:16Z</dcterms:created>
  <dcterms:modified xsi:type="dcterms:W3CDTF">2022-02-15T09:26:35Z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</Properties>
</file>