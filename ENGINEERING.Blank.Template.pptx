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396" r:id="rId2"/>
    <p:sldId id="397" r:id="rId3"/>
    <p:sldId id="333" r:id="rId4"/>
    <p:sldId id="258" r:id="rId5"/>
    <p:sldId id="259" r:id="rId6"/>
    <p:sldId id="260" r:id="rId7"/>
    <p:sldId id="341" r:id="rId8"/>
    <p:sldId id="261" r:id="rId9"/>
    <p:sldId id="377" r:id="rId10"/>
    <p:sldId id="268" r:id="rId11"/>
    <p:sldId id="269" r:id="rId12"/>
    <p:sldId id="270" r:id="rId13"/>
    <p:sldId id="343" r:id="rId14"/>
    <p:sldId id="271" r:id="rId15"/>
    <p:sldId id="376" r:id="rId16"/>
    <p:sldId id="273" r:id="rId17"/>
    <p:sldId id="274" r:id="rId18"/>
    <p:sldId id="275" r:id="rId19"/>
    <p:sldId id="344" r:id="rId20"/>
    <p:sldId id="276" r:id="rId21"/>
    <p:sldId id="278" r:id="rId22"/>
    <p:sldId id="279" r:id="rId23"/>
    <p:sldId id="280" r:id="rId24"/>
    <p:sldId id="345" r:id="rId25"/>
    <p:sldId id="281" r:id="rId26"/>
    <p:sldId id="365" r:id="rId27"/>
    <p:sldId id="39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356"/>
    <a:srgbClr val="000000"/>
    <a:srgbClr val="461B2B"/>
    <a:srgbClr val="FFFFFF"/>
    <a:srgbClr val="E2D6C0"/>
    <a:srgbClr val="8B2346"/>
    <a:srgbClr val="B79962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6"/>
    <p:restoredTop sz="88498"/>
  </p:normalViewPr>
  <p:slideViewPr>
    <p:cSldViewPr snapToGrid="0" snapToObjects="1" showGuides="1">
      <p:cViewPr varScale="1">
        <p:scale>
          <a:sx n="110" d="100"/>
          <a:sy n="110" d="100"/>
        </p:scale>
        <p:origin x="192" y="1704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2/15/22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Cover &amp;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Co-branded Cover Slide Option</a:t>
            </a:r>
            <a:br>
              <a:rPr lang="en-GB" b="0" i="0" dirty="0">
                <a:latin typeface="Trebuchet MS" panose="020B0703020202090204" pitchFamily="34" charset="0"/>
              </a:rPr>
            </a:br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82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5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Cover &amp;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8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Co-branded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2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78FFE392-5910-874B-8661-FD0BB93E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623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/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04009226-6BB0-4A75-BF0B-291CA12DAC1F}"/>
              </a:ext>
            </a:extLst>
          </p:cNvPr>
          <p:cNvSpPr/>
          <p:nvPr/>
        </p:nvSpPr>
        <p:spPr>
          <a:xfrm rot="5400000">
            <a:off x="2142153" y="-800711"/>
            <a:ext cx="1835150" cy="6119454"/>
          </a:xfrm>
          <a:prstGeom prst="round1Rect">
            <a:avLst/>
          </a:prstGeom>
          <a:solidFill>
            <a:srgbClr val="4D535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4A2E3458-2FE6-4D84-8A88-415691A3E1D7}"/>
              </a:ext>
            </a:extLst>
          </p:cNvPr>
          <p:cNvSpPr txBox="1"/>
          <p:nvPr/>
        </p:nvSpPr>
        <p:spPr>
          <a:xfrm>
            <a:off x="528888" y="2482477"/>
            <a:ext cx="5143590" cy="54771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2400" b="1" dirty="0">
                <a:solidFill>
                  <a:schemeClr val="bg1"/>
                </a:solidFill>
                <a:latin typeface="Trebuchet MS" panose="020B0703020202090204" pitchFamily="34" charset="0"/>
              </a:rPr>
              <a:t>Date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C77969E-7453-4379-BA49-489BE156FC97}"/>
              </a:ext>
            </a:extLst>
          </p:cNvPr>
          <p:cNvSpPr txBox="1"/>
          <p:nvPr/>
        </p:nvSpPr>
        <p:spPr>
          <a:xfrm>
            <a:off x="528888" y="1609311"/>
            <a:ext cx="5143590" cy="60529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PRESENTATION TITLE</a:t>
            </a:r>
          </a:p>
        </p:txBody>
      </p:sp>
      <p:sp>
        <p:nvSpPr>
          <p:cNvPr id="8" name="Partner logo 2">
            <a:extLst>
              <a:ext uri="{FF2B5EF4-FFF2-40B4-BE49-F238E27FC236}">
                <a16:creationId xmlns:a16="http://schemas.microsoft.com/office/drawing/2014/main" id="{0EFFD8A2-3E70-4DF7-949A-5FC30DB1821E}"/>
              </a:ext>
            </a:extLst>
          </p:cNvPr>
          <p:cNvSpPr txBox="1"/>
          <p:nvPr/>
        </p:nvSpPr>
        <p:spPr>
          <a:xfrm>
            <a:off x="5727441" y="368299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  <p:sp>
        <p:nvSpPr>
          <p:cNvPr id="9" name="Partner logo 1">
            <a:extLst>
              <a:ext uri="{FF2B5EF4-FFF2-40B4-BE49-F238E27FC236}">
                <a16:creationId xmlns:a16="http://schemas.microsoft.com/office/drawing/2014/main" id="{24A15C26-3D75-4C2A-B1C2-C1670BAFCE26}"/>
              </a:ext>
            </a:extLst>
          </p:cNvPr>
          <p:cNvSpPr txBox="1"/>
          <p:nvPr/>
        </p:nvSpPr>
        <p:spPr>
          <a:xfrm>
            <a:off x="7597040" y="366485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8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B47B4-D976-A141-8171-824AB733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FDE66-C7C2-A546-B7DD-130F02910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8A1B4-DD55-424F-B6DE-A458F7C1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52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54432-7A71-994E-A403-6EF74005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3D3A0E-F2E2-B849-910C-FCDFF58BC3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FBBF00-A399-C74B-B054-97546261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1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E0DD-1C52-8C4D-9322-3DE682B34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7908E6-8CD0-E04E-AC89-043BF1152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D8211D-532E-CC44-AC29-6BBE23CC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26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ADA0F5-2AA5-9142-AE4E-2AC82EF679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2255758-1162-D642-A177-5F883FF50C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3A8BF2B-15CD-614A-8677-DD36B6B0E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1AB67C-F001-554B-ADBF-F84E99D2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BB49FE-EDD8-D14D-951C-766D946859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EC0CAD-885D-8A47-890B-0484A114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42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3ECE129-4A86-5F41-92B0-1DB794F4C21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C5ADE0-4797-3345-98D1-8EFBAE293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758CA9-9EC7-B143-A59D-F27D5C498D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562E69A-A6DB-1A46-827E-375CA6F891F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4F83C1B-4ADF-2548-B4EC-594017419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B5D8F2-1871-BC44-8B2C-809E5E5EA6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23658C-1524-F743-95F3-C60DE7F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86A81-3600-FC4A-AFE4-1E57050FF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F9A8BC-477C-8443-BCD2-429425A459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50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4C191-6DDC-6D47-80A3-E54E370AE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E6D286-C034-E145-8A7F-1BE6BA107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083D2A-0125-C74D-9F1E-F253E0B4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557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7B408-C668-544D-9EA8-4502F8FCD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7B174A-49C2-084F-A0D9-FEB6CF457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F81A4-F22A-1D48-9246-1DA169B9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067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56CD9-3397-744F-AB28-7232B1314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74A344-6182-CE4D-AAAB-FEF9EF7FA8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B4193E-7CDD-2346-BF41-48CF312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446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E3C5-ADDD-5944-97A4-131414D4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AB050-8B57-7946-B944-9F32635CC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A19530-B5C9-4B48-BD3F-984B19D9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04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1CF81B-19BB-9649-8A82-9EBDE15B689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3CDF31B-605C-7B43-9819-4FC3D979D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BCAA61-1A66-B549-B31D-12D7E9312A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0D82BF-697B-2A4E-AF1F-605EB658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A86DF3-3E03-3841-8BDB-3558943C00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B3A21B-D7C6-DD42-BF60-D7604E9F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59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B71A4D8-A164-E740-A988-B1E14EFFE0E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26EEF3-8209-334D-9BD7-A5D0A1B25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9886364-21E9-7341-93DE-F5AA1D09E2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6C522AB-5F4C-FA48-967B-C3FCAE5D8CD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691900-CFEA-A444-846E-1896548B0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8E8DB43-E920-8C46-9065-8354725562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BAEEE0F-A867-FF4B-BF6E-A514F3A65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C9709C-D1E1-E146-8C8F-2EE6340EE7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D947BE0-57F3-7943-85EF-865ECBC8DC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53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53054-03DB-8A49-9FC1-FDD15908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9A1DA7-CE58-FB48-AA3D-162694779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3B83D8-BA56-6C4D-A4F3-847B8903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26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03AC-A4F6-3440-A934-FAF64B5C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C3EFC0-6DD7-9A4F-A830-1E681BE95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C454B0-42A8-F84A-AD78-7F713B1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01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4CF97-C4E7-364C-8041-4F9FF753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F160EC-1236-6147-BDBE-807872B92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5A47D-4501-FE47-A872-ADD1AE07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28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8B486-DA3E-C440-8ACE-46FEF90FB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D5D1F8-9786-9D42-9A87-C4BCC4368B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D92505-9AD2-1140-BA1D-F105F887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28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1DCF99-5817-3E42-98E1-B8D7307A274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71BBBAD-27F1-DB44-847F-D1DFB621E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FE3C21-C04E-AC49-BB40-79E47571F8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D5CB20-B8BD-AF4C-8DB8-4A0886951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BC07D7-4C45-214B-8625-3911F9FAAE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40AED3E-873D-B743-AD87-17CB6C94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922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0D5669A-FB23-1F4A-88AE-B5AA2F193A9F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8C67C4-FFAF-F54A-89CE-4F0734B40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5C60-8EAA-7B43-A338-DD840EE801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A27388F-6AFF-A645-A766-66AB0BEDCF4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A42FD7-6DCE-9647-A0D0-5634A7D4CB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5CFCD55-B8F1-F143-8CB3-C7496068B4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F11D5A-EDCB-894B-865E-6426E7EBA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C9353F-E7ED-AF4B-8063-D52E2D8848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6D81414-ACA3-434B-9A0F-06D2991889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343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D37403-B3BE-5549-AE4C-230540FEE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3F1BEC-0A2E-5C4F-81E1-BD6C4BD7AE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5E4782-6640-2449-8C64-C7ED5AE0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05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AAA23-0CEA-4441-AF67-7A1345A4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2E7CD3-FE3A-3443-A4DF-B5C8E0D82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015CCB-66E0-984B-8BC8-E0747481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766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48A691-983D-CA49-84FB-96604072DA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F70E-C370-6A49-9E92-8064A7130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E768C9-5092-1D4A-A7B8-CC86F43F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097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00BA913-C503-9F49-8946-449DB1E2B94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31228AF-CA82-1B40-B6D9-6841949FF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7C9032-0493-A94E-944E-8D633CBF2D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1949BC-80BF-FB41-AB7B-3AAC82F4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83DD45-5012-8747-A746-82CE3BB8D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5090009-4916-AC4F-B7CA-DE506977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00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F7AC360-B92C-B54E-AECF-F9BE89F77B0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BE80D0-8D58-844B-8CFB-35ABF97C4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2C2CA78-EC9B-8B49-B895-44CF36BBD7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7B06F-7C7A-A54E-99BC-1A5E5543FF9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045401-0B65-1F4C-9CD1-EA60581FAD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5DBD4C-4505-6C48-AC09-4A6A64AB0C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1F0567-4CB3-C545-A910-B77336A03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B46AB6-B8D1-D447-8276-D998E8AD1F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8B391ED-C7E4-914E-A08D-C33916CA53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863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A5C7C-6573-5444-A224-EE80445C9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C41104-211B-1D40-854C-D64C7548C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5356A9-0751-4942-85FC-CC4A84A2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94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A2A7F4FA-0D31-47C4-81F2-46112F27E962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2594D96-EC07-4657-9D68-83735F808368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44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9" name="Round Single Corner of Rectangle ">
            <a:extLst>
              <a:ext uri="{FF2B5EF4-FFF2-40B4-BE49-F238E27FC236}">
                <a16:creationId xmlns:a16="http://schemas.microsoft.com/office/drawing/2014/main" id="{637AB9BF-A159-4053-8684-E379311457FE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2B123C5-14C9-4D60-AFF2-EAA16BE09BBD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Partner logo 2">
            <a:extLst>
              <a:ext uri="{FF2B5EF4-FFF2-40B4-BE49-F238E27FC236}">
                <a16:creationId xmlns:a16="http://schemas.microsoft.com/office/drawing/2014/main" id="{905BE7B1-749F-4512-A9A1-30A351061D32}"/>
              </a:ext>
            </a:extLst>
          </p:cNvPr>
          <p:cNvSpPr txBox="1"/>
          <p:nvPr/>
        </p:nvSpPr>
        <p:spPr>
          <a:xfrm>
            <a:off x="5727441" y="368299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  <p:sp>
        <p:nvSpPr>
          <p:cNvPr id="11" name="Partner logo 1">
            <a:extLst>
              <a:ext uri="{FF2B5EF4-FFF2-40B4-BE49-F238E27FC236}">
                <a16:creationId xmlns:a16="http://schemas.microsoft.com/office/drawing/2014/main" id="{00F24EC6-0BEE-47A7-AA58-C02B132E613C}"/>
              </a:ext>
            </a:extLst>
          </p:cNvPr>
          <p:cNvSpPr txBox="1"/>
          <p:nvPr/>
        </p:nvSpPr>
        <p:spPr>
          <a:xfrm>
            <a:off x="7597040" y="366485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70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D16B6E-A21E-407C-BDDF-C737BEB85684}"/>
</file>

<file path=customXml/itemProps2.xml><?xml version="1.0" encoding="utf-8"?>
<ds:datastoreItem xmlns:ds="http://schemas.openxmlformats.org/officeDocument/2006/customXml" ds:itemID="{C406BB9A-01F9-409F-96E5-45269197913D}"/>
</file>

<file path=customXml/itemProps3.xml><?xml version="1.0" encoding="utf-8"?>
<ds:datastoreItem xmlns:ds="http://schemas.openxmlformats.org/officeDocument/2006/customXml" ds:itemID="{865B3F05-4C73-4E81-8633-DC6293C95FE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37900</TotalTime>
  <Words>249</Words>
  <Application>Microsoft Macintosh PowerPoint</Application>
  <PresentationFormat>Widescreen</PresentationFormat>
  <Paragraphs>37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Raleway</vt:lpstr>
      <vt:lpstr>Trebuchet MS</vt:lpstr>
      <vt:lpstr>Office Theme</vt:lpstr>
      <vt:lpstr>PRESENTATION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Muller, L, Mev [lm2@sun.ac.za]</cp:lastModifiedBy>
  <cp:revision>685</cp:revision>
  <dcterms:created xsi:type="dcterms:W3CDTF">2021-09-15T08:20:16Z</dcterms:created>
  <dcterms:modified xsi:type="dcterms:W3CDTF">2022-02-15T09:26:08Z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