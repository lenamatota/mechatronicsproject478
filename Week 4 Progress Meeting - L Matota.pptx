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7A34B-F594-4890-9ECF-AC2073347976}" v="11" dt="2026-03-03T13:12:06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7C00-24C9-D6FE-EB7C-0A976AC7E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36F37-BDB9-5BF2-5826-C1CA824E0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CC14C-7184-036D-A60C-394D79D9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9C5D1-02D5-2560-334A-AC1D4731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A6B1-C1FB-E6B3-7551-8131DBA4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356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0D29-8BA9-78AF-3617-4C4BEA49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C7FC6-12FF-E1B4-D707-86876786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5CEEE-AE1B-F07B-4E50-77C782ED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6118A-7FB1-7B4E-9BFC-801A171EB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130ED-53E4-48AF-6128-1601F2E6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302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A9A0-AA3D-4245-8B4F-C29663F4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2213A-A609-28A9-EF9B-7EA0D6BCC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1B29E-F8E8-3E50-883C-3610F4A0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8E05C-FB50-544A-6706-BA5BB505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BAC23-812A-4D9F-B789-FB4DC297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692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DF245-2681-38CB-B033-20783BD2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752C1-6EDA-C42A-25F1-5B6465FB3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B2DAA-039F-FA1F-1A0A-D06D2305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8D1C6-3080-33FA-DFE3-BE59ADC36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CD7F6-A9AC-6925-B7CF-C86505D3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64D16-734C-763A-811C-BE6BFACA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61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8FE6-99F3-21BE-735D-D446DA6E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F159D-4035-AA7D-A5BF-FDFC18FFB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7C5E7-EE35-7EA4-FA2E-F51615F02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3E948-6FBB-51E3-9055-BC903435E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72EB8-1A25-A66B-0BC1-F2CD9A2F5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38145-046B-5A6B-CE51-C969133C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5A0BAD-A1D8-5BC7-8321-214019EE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035355-CB73-650C-A22E-53D6B896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571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19E4-9AB8-DB57-946B-14E9C157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3D774-4E54-BBB3-F68E-15B3AF7B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C9F01-11AF-B07A-6295-45CA99F8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C05CB-DC40-E0FC-B390-21064759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215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84F9EB-372A-48D1-BB52-D0096554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671763-2CCA-DC0F-8A21-8E62D263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7411D-9CCF-9207-E698-8FFD4394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876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CFE5-4CDF-A503-83D7-EBEAFB73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E6472-F9D9-D082-24BC-B3ECED0CC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35706-E145-BD74-D90A-F76D642DD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467EF-7C33-9212-26BC-A20FB619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F63FE-120A-2A76-97A6-51F7C58B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93617-2258-B00D-5C69-39129F5C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7679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3230-8D9B-F7BD-11A8-FF587805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470CC-8124-172B-A512-5A9602985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90F21-4C27-7525-2936-6006920B7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954BA-2541-260C-2F19-29D22D9B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D0170-360E-8D62-EA81-3979BEF4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01082-D3B3-3B3F-4F4A-5A6C2F30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9856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7F98-3C30-3255-0B8C-C7D237EF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C175C-FF9B-2B42-4ACD-B5E484438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E1064-0FEA-CBDC-A1D5-AEC0F6CF4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711B8-3789-0E8C-9554-C66754DC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6E587-F4DB-82EA-340E-249448C6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6887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25358-65D1-BFFB-875E-A4BC717C7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AF39E-323A-37DC-B5B9-CE1AAAB02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F5B33-F573-01FD-5566-7924312B6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0D4E1-4601-4A94-9EA7-2F4B4C61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C55B1-B958-7DDD-0C7A-E1F34226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625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CCC84B-997D-3333-55FE-B4DF6161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DD10C-5CF1-B966-263C-F1F8C61B2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5F5B5-39D5-1E31-C09B-DF98EB69A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D6B08-8598-40CA-9421-EB5115449054}" type="datetimeFigureOut">
              <a:rPr lang="en-ZA" smtClean="0"/>
              <a:t>2026/03/03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A5480-EC69-B67B-988E-ACC3AB98B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D9FFC-BF2C-1C6D-D566-DC65E6E30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2AEE2-53C5-4356-8B2B-F1AD9E82B0F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768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3C24BD-B352-AA76-707B-694D731F505C}"/>
              </a:ext>
            </a:extLst>
          </p:cNvPr>
          <p:cNvSpPr txBox="1"/>
          <p:nvPr/>
        </p:nvSpPr>
        <p:spPr>
          <a:xfrm>
            <a:off x="956930" y="1509824"/>
            <a:ext cx="1045180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Week 4 Progress Meeting – L Matota</a:t>
            </a:r>
            <a:endParaRPr lang="en-ZA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23DD9-D812-C665-C13D-FFB4B0EA1287}"/>
              </a:ext>
            </a:extLst>
          </p:cNvPr>
          <p:cNvSpPr txBox="1"/>
          <p:nvPr/>
        </p:nvSpPr>
        <p:spPr>
          <a:xfrm>
            <a:off x="956931" y="2668772"/>
            <a:ext cx="10451805" cy="30162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3200" u="sng" dirty="0"/>
          </a:p>
          <a:p>
            <a:r>
              <a:rPr lang="en-US" sz="3200" u="sng" dirty="0"/>
              <a:t>Revised 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implement a joint design that will provide a holding torque that will keep the arm in place after support has been removed and that will not degrade overtime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implement a joint design that will minimize run-out tolerance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implement a joint design that is lightweight and compact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make the joint design modular and applicable to a range of PCMAs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1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0AC886-5021-29A9-10C0-54A50FE09CCB}"/>
              </a:ext>
            </a:extLst>
          </p:cNvPr>
          <p:cNvSpPr txBox="1"/>
          <p:nvPr/>
        </p:nvSpPr>
        <p:spPr>
          <a:xfrm>
            <a:off x="1027814" y="2126512"/>
            <a:ext cx="10324214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u="sng" dirty="0"/>
              <a:t>Scope: Limitation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maximum of 3 of the most used models in industry will be modelled for analysis purposes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datasheets, reference and user manuals, will be used to provide information for the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Three designs for a position-holding mechanism will be considered for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evaluation will be conducted through a comparative analysis considering cost and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best design physically implemented and tested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59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143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Matota, LN, Miss [24989142@sun.ac.za]</dc:creator>
  <cp:lastModifiedBy>Matota, LN, Miss [24989142@sun.ac.za]</cp:lastModifiedBy>
  <cp:revision>2</cp:revision>
  <dcterms:created xsi:type="dcterms:W3CDTF">2026-03-03T12:45:36Z</dcterms:created>
  <dcterms:modified xsi:type="dcterms:W3CDTF">2026-03-03T13:21:33Z</dcterms:modified>
</cp:coreProperties>
</file>