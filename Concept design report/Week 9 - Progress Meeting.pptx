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48" d="100"/>
          <a:sy n="48" d="100"/>
        </p:scale>
        <p:origin x="1364" y="3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ota, LN, Miss [24989142@sun.ac.za]" userId="7a1f7bb1-56ac-4c00-937c-47b0bcb81363" providerId="ADAL" clId="{8B03531C-D65D-4FC7-A92A-A0BB20D20D7C}"/>
    <pc:docChg chg="undo custSel addSld delSld modSld">
      <pc:chgData name="Matota, LN, Miss [24989142@sun.ac.za]" userId="7a1f7bb1-56ac-4c00-937c-47b0bcb81363" providerId="ADAL" clId="{8B03531C-D65D-4FC7-A92A-A0BB20D20D7C}" dt="2026-08-18T12:05:31.475" v="701" actId="20577"/>
      <pc:docMkLst>
        <pc:docMk/>
      </pc:docMkLst>
      <pc:sldChg chg="modSp mod">
        <pc:chgData name="Matota, LN, Miss [24989142@sun.ac.za]" userId="7a1f7bb1-56ac-4c00-937c-47b0bcb81363" providerId="ADAL" clId="{8B03531C-D65D-4FC7-A92A-A0BB20D20D7C}" dt="2026-08-18T09:42:11.326" v="177" actId="20577"/>
        <pc:sldMkLst>
          <pc:docMk/>
          <pc:sldMk cId="3634458474" sldId="256"/>
        </pc:sldMkLst>
        <pc:spChg chg="mod">
          <ac:chgData name="Matota, LN, Miss [24989142@sun.ac.za]" userId="7a1f7bb1-56ac-4c00-937c-47b0bcb81363" providerId="ADAL" clId="{8B03531C-D65D-4FC7-A92A-A0BB20D20D7C}" dt="2026-08-18T09:38:40.108" v="8" actId="20577"/>
          <ac:spMkLst>
            <pc:docMk/>
            <pc:sldMk cId="3634458474" sldId="256"/>
            <ac:spMk id="4" creationId="{BB1F2019-93C2-EC76-597C-181B917B613F}"/>
          </ac:spMkLst>
        </pc:spChg>
        <pc:spChg chg="mod">
          <ac:chgData name="Matota, LN, Miss [24989142@sun.ac.za]" userId="7a1f7bb1-56ac-4c00-937c-47b0bcb81363" providerId="ADAL" clId="{8B03531C-D65D-4FC7-A92A-A0BB20D20D7C}" dt="2026-08-18T09:42:11.326" v="177" actId="20577"/>
          <ac:spMkLst>
            <pc:docMk/>
            <pc:sldMk cId="3634458474" sldId="256"/>
            <ac:spMk id="5" creationId="{1F8DBEAB-31A9-BA81-AEEB-213E0520AE5B}"/>
          </ac:spMkLst>
        </pc:spChg>
      </pc:sldChg>
      <pc:sldChg chg="addSp delSp modSp mod">
        <pc:chgData name="Matota, LN, Miss [24989142@sun.ac.za]" userId="7a1f7bb1-56ac-4c00-937c-47b0bcb81363" providerId="ADAL" clId="{8B03531C-D65D-4FC7-A92A-A0BB20D20D7C}" dt="2026-08-18T12:05:31.475" v="701" actId="20577"/>
        <pc:sldMkLst>
          <pc:docMk/>
          <pc:sldMk cId="1867381965" sldId="257"/>
        </pc:sldMkLst>
        <pc:spChg chg="add del mod">
          <ac:chgData name="Matota, LN, Miss [24989142@sun.ac.za]" userId="7a1f7bb1-56ac-4c00-937c-47b0bcb81363" providerId="ADAL" clId="{8B03531C-D65D-4FC7-A92A-A0BB20D20D7C}" dt="2026-08-18T09:44:10.653" v="216" actId="20577"/>
          <ac:spMkLst>
            <pc:docMk/>
            <pc:sldMk cId="1867381965" sldId="257"/>
            <ac:spMk id="2" creationId="{3C821951-7634-C2E0-937D-C950C8DDAED8}"/>
          </ac:spMkLst>
        </pc:spChg>
        <pc:spChg chg="add mod">
          <ac:chgData name="Matota, LN, Miss [24989142@sun.ac.za]" userId="7a1f7bb1-56ac-4c00-937c-47b0bcb81363" providerId="ADAL" clId="{8B03531C-D65D-4FC7-A92A-A0BB20D20D7C}" dt="2026-08-18T12:05:31.475" v="701" actId="20577"/>
          <ac:spMkLst>
            <pc:docMk/>
            <pc:sldMk cId="1867381965" sldId="257"/>
            <ac:spMk id="3" creationId="{2476CFE0-1662-7E01-214A-32E6B228B22E}"/>
          </ac:spMkLst>
        </pc:spChg>
        <pc:picChg chg="add del">
          <ac:chgData name="Matota, LN, Miss [24989142@sun.ac.za]" userId="7a1f7bb1-56ac-4c00-937c-47b0bcb81363" providerId="ADAL" clId="{8B03531C-D65D-4FC7-A92A-A0BB20D20D7C}" dt="2026-08-18T09:43:06.574" v="184" actId="478"/>
          <ac:picMkLst>
            <pc:docMk/>
            <pc:sldMk cId="1867381965" sldId="257"/>
            <ac:picMk id="4" creationId="{6596B266-A043-3B8B-1A13-E73E984341FC}"/>
          </ac:picMkLst>
        </pc:picChg>
      </pc:sldChg>
      <pc:sldChg chg="add del">
        <pc:chgData name="Matota, LN, Miss [24989142@sun.ac.za]" userId="7a1f7bb1-56ac-4c00-937c-47b0bcb81363" providerId="ADAL" clId="{8B03531C-D65D-4FC7-A92A-A0BB20D20D7C}" dt="2026-08-18T09:43:52.088" v="190" actId="47"/>
        <pc:sldMkLst>
          <pc:docMk/>
          <pc:sldMk cId="3061533499" sldId="258"/>
        </pc:sldMkLst>
      </pc:sldChg>
      <pc:sldChg chg="add del">
        <pc:chgData name="Matota, LN, Miss [24989142@sun.ac.za]" userId="7a1f7bb1-56ac-4c00-937c-47b0bcb81363" providerId="ADAL" clId="{8B03531C-D65D-4FC7-A92A-A0BB20D20D7C}" dt="2026-08-18T09:43:52.088" v="190" actId="47"/>
        <pc:sldMkLst>
          <pc:docMk/>
          <pc:sldMk cId="3534100090" sldId="259"/>
        </pc:sldMkLst>
      </pc:sldChg>
      <pc:sldChg chg="add del">
        <pc:chgData name="Matota, LN, Miss [24989142@sun.ac.za]" userId="7a1f7bb1-56ac-4c00-937c-47b0bcb81363" providerId="ADAL" clId="{8B03531C-D65D-4FC7-A92A-A0BB20D20D7C}" dt="2026-08-18T09:43:52.088" v="190" actId="47"/>
        <pc:sldMkLst>
          <pc:docMk/>
          <pc:sldMk cId="4190784417" sldId="260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82B596-C266-9E5A-1579-D4F3BB0B19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8D463C-5F48-2F6B-CACF-77A75DBE4F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38539B-4961-6290-9B64-F7BF52967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332A8-CEAE-4241-9842-981792316C5A}" type="datetimeFigureOut">
              <a:rPr lang="en-ZA" smtClean="0"/>
              <a:t>2026/08/18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66EEA0-3A6E-90EA-7690-064146D1E8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D5E06A-BCDC-56C7-590D-1A487AF14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62A74-6B61-4557-AF7F-1BEAA44C7EFC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3213703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7F18FA-9E2A-E798-BEFA-3ED908576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56998A-FB21-FE1E-1921-68F0608F9B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4429E5-FCA9-375C-9A7E-E7AD60824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332A8-CEAE-4241-9842-981792316C5A}" type="datetimeFigureOut">
              <a:rPr lang="en-ZA" smtClean="0"/>
              <a:t>2026/08/18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A684E1-8DF0-C2AF-4029-C19FD1A35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8E91B8-1CC6-F432-B6F8-EB0E6DB450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62A74-6B61-4557-AF7F-1BEAA44C7EFC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3563916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55F97C-8D85-1B5E-D4D4-3A8F9B904D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0CEFB6-700E-0257-4637-F54D5109C4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A48389-E78D-AD05-D22C-D48359E6BD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332A8-CEAE-4241-9842-981792316C5A}" type="datetimeFigureOut">
              <a:rPr lang="en-ZA" smtClean="0"/>
              <a:t>2026/08/18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EA7B0A-53FC-10E0-E56D-55007BCFA3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1F5C88-8FCB-6CEB-A36A-273C0EBBD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62A74-6B61-4557-AF7F-1BEAA44C7EFC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2693073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1F5B64-E4EE-A286-53DC-563FDA9F6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ADF47-47E3-EB1A-7B05-F436097119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FE8928-9101-CD66-C1DD-6E65DAE25A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E6F218-5886-B718-EF8C-B6FEB9C431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332A8-CEAE-4241-9842-981792316C5A}" type="datetimeFigureOut">
              <a:rPr lang="en-ZA" smtClean="0"/>
              <a:t>2026/08/18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C861F4-2856-7777-2EE5-C84A5D78D6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AD5AB7-CC57-4C29-C2B1-913FB82D34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62A74-6B61-4557-AF7F-1BEAA44C7EFC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555170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B3583-111A-616C-B668-F3AAD75EF1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D096A6-43EC-282E-33C8-36A0C4E8F5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B9FE90-2E4A-6521-1594-59A90C041E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B8869D5-D9EA-3C12-3BA5-C51BAD9851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EC2BE05-A212-23CE-52C0-E679A3337F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106E9D7-37EE-9747-8388-96FE5C82A0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332A8-CEAE-4241-9842-981792316C5A}" type="datetimeFigureOut">
              <a:rPr lang="en-ZA" smtClean="0"/>
              <a:t>2026/08/18</a:t>
            </a:fld>
            <a:endParaRPr lang="en-Z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E8B8F07-1CD6-042D-CE35-B95C30217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8743B30-B3D2-8E5D-0AE9-4D47412EF0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62A74-6B61-4557-AF7F-1BEAA44C7EFC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1675404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025B32-EBF0-0D6E-008C-0AC12510B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C63796A-A9A7-516C-1C4F-7104FD264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332A8-CEAE-4241-9842-981792316C5A}" type="datetimeFigureOut">
              <a:rPr lang="en-ZA" smtClean="0"/>
              <a:t>2026/08/18</a:t>
            </a:fld>
            <a:endParaRPr lang="en-Z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0C684AF-F22B-9B7E-20A0-8A10D7EE79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A22158-3F7E-9844-E0AC-79F5DC01E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62A74-6B61-4557-AF7F-1BEAA44C7EFC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8901598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CC22281-D130-04F4-0A74-35BBD50CAB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332A8-CEAE-4241-9842-981792316C5A}" type="datetimeFigureOut">
              <a:rPr lang="en-ZA" smtClean="0"/>
              <a:t>2026/08/18</a:t>
            </a:fld>
            <a:endParaRPr lang="en-Z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343501-7CB2-B16E-55DD-FDCABA367F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B1CCFE-9B97-CA52-ABF6-91F981EFFC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62A74-6B61-4557-AF7F-1BEAA44C7EFC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1510923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11C507-360A-7FCD-CC5B-170F40C992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68CE5F-A309-76CC-1AD0-181904EED2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554065-9C47-5D1D-A9D2-5CB32DE95E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B736F2-9315-BF7B-1AC6-DE02B31129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332A8-CEAE-4241-9842-981792316C5A}" type="datetimeFigureOut">
              <a:rPr lang="en-ZA" smtClean="0"/>
              <a:t>2026/08/18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2BD000-BEF8-1C1B-0175-98340A6F7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2664FB-DA42-A491-4FAE-730BCED135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62A74-6B61-4557-AF7F-1BEAA44C7EFC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8038721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C8C64-BA37-10C9-241C-32E6616EF1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BA0A79C-7F53-E939-93AA-FE2E09E078C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FF48E0-5C32-00D5-664D-E30A3C20B7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9B87D9-C9DC-6168-DBA9-AA1E67C8A5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332A8-CEAE-4241-9842-981792316C5A}" type="datetimeFigureOut">
              <a:rPr lang="en-ZA" smtClean="0"/>
              <a:t>2026/08/18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BE59DF-B3FA-AE7A-FD9F-F97BB9CA18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5E913C-6CA0-9026-C5FA-0023A67083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62A74-6B61-4557-AF7F-1BEAA44C7EFC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5246540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9DFA3-071F-9495-7499-AC1A7AD941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41E9DC-3DF4-3509-3464-5D26A338A1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A31967-8714-58A1-3977-87CE2E6D3C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332A8-CEAE-4241-9842-981792316C5A}" type="datetimeFigureOut">
              <a:rPr lang="en-ZA" smtClean="0"/>
              <a:t>2026/08/18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4A9D9E-F0B0-24F9-766A-E6626E6F4F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5150DE-87DC-B989-50A2-3A4D194587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62A74-6B61-4557-AF7F-1BEAA44C7EFC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7956736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786F0FB-A406-A7E3-F6A3-920822C9B60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2F8D7FD-501C-10BF-7D87-9DC390DAE1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074AE1-D7F4-3045-5EBE-4D56090EAF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332A8-CEAE-4241-9842-981792316C5A}" type="datetimeFigureOut">
              <a:rPr lang="en-ZA" smtClean="0"/>
              <a:t>2026/08/18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1AA65D-6496-726C-737B-BBDCB0A51B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0A1A77-A1B6-998F-35C7-AB4B06E60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62A74-6B61-4557-AF7F-1BEAA44C7EFC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374397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F316DD-8BE2-9438-87A6-F3F9C5CCCB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1C707B-C1C1-975C-9826-720EEB325E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387179-9739-86A9-ECC5-031C6C68E2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1332A8-CEAE-4241-9842-981792316C5A}" type="datetimeFigureOut">
              <a:rPr lang="en-ZA" smtClean="0"/>
              <a:t>2026/08/18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ECEEE9-85D1-D5EA-C92B-3697DF32EF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E5DA69-6313-FAD8-1D11-6F53F86BD5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4362A74-6B61-4557-AF7F-1BEAA44C7EFC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6338343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B1F2019-93C2-EC76-597C-181B917B613F}"/>
              </a:ext>
            </a:extLst>
          </p:cNvPr>
          <p:cNvSpPr txBox="1"/>
          <p:nvPr/>
        </p:nvSpPr>
        <p:spPr>
          <a:xfrm>
            <a:off x="2321442" y="499731"/>
            <a:ext cx="7549116" cy="70788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rgbClr val="C00000"/>
                </a:solidFill>
              </a:rPr>
              <a:t>Term 3 Week 5 – Progress Meeting</a:t>
            </a:r>
            <a:endParaRPr lang="en-ZA" sz="4000" dirty="0">
              <a:solidFill>
                <a:srgbClr val="C0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8DBEAB-31A9-BA81-AEEB-213E0520AE5B}"/>
              </a:ext>
            </a:extLst>
          </p:cNvPr>
          <p:cNvSpPr txBox="1"/>
          <p:nvPr/>
        </p:nvSpPr>
        <p:spPr>
          <a:xfrm>
            <a:off x="1080977" y="1637414"/>
            <a:ext cx="10037135" cy="163121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000" u="sng" dirty="0">
                <a:solidFill>
                  <a:srgbClr val="C00000"/>
                </a:solidFill>
              </a:rPr>
              <a:t>OVERVIEW: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Report feedback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Drawings hand-in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Safety report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Software development</a:t>
            </a:r>
            <a:endParaRPr lang="en-ZA" sz="2000" dirty="0"/>
          </a:p>
        </p:txBody>
      </p:sp>
    </p:spTree>
    <p:extLst>
      <p:ext uri="{BB962C8B-B14F-4D97-AF65-F5344CB8AC3E}">
        <p14:creationId xmlns:p14="http://schemas.microsoft.com/office/powerpoint/2010/main" val="36344584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3342FF-0C5A-4368-1643-CF85BF5EE4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C821951-7634-C2E0-937D-C950C8DDAED8}"/>
              </a:ext>
            </a:extLst>
          </p:cNvPr>
          <p:cNvSpPr txBox="1"/>
          <p:nvPr/>
        </p:nvSpPr>
        <p:spPr>
          <a:xfrm>
            <a:off x="2321442" y="499731"/>
            <a:ext cx="7549116" cy="70788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rgbClr val="C00000"/>
                </a:solidFill>
              </a:rPr>
              <a:t>General Update</a:t>
            </a:r>
            <a:endParaRPr lang="en-ZA" sz="4000" dirty="0">
              <a:solidFill>
                <a:srgbClr val="C0000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476CFE0-1662-7E01-214A-32E6B228B22E}"/>
              </a:ext>
            </a:extLst>
          </p:cNvPr>
          <p:cNvSpPr/>
          <p:nvPr/>
        </p:nvSpPr>
        <p:spPr>
          <a:xfrm>
            <a:off x="1194390" y="2239540"/>
            <a:ext cx="9803219" cy="237892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Going through final report feedback and up dating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Drawings were handed in to the workshop last week Wednesday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RS components have been received, </a:t>
            </a:r>
            <a:r>
              <a:rPr lang="en-US" dirty="0" err="1">
                <a:solidFill>
                  <a:schemeClr val="tx1"/>
                </a:solidFill>
              </a:rPr>
              <a:t>MicroRobotics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componented</a:t>
            </a:r>
            <a:r>
              <a:rPr lang="en-US" dirty="0">
                <a:solidFill>
                  <a:schemeClr val="tx1"/>
                </a:solidFill>
              </a:rPr>
              <a:t> to be collected at </a:t>
            </a:r>
            <a:r>
              <a:rPr lang="en-US" dirty="0" err="1">
                <a:solidFill>
                  <a:schemeClr val="tx1"/>
                </a:solidFill>
              </a:rPr>
              <a:t>TechnoPark</a:t>
            </a:r>
            <a:endParaRPr lang="en-US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Started safety report, will contact and consult with Prof. Blaine for </a:t>
            </a:r>
            <a:r>
              <a:rPr lang="en-US">
                <a:solidFill>
                  <a:schemeClr val="tx1"/>
                </a:solidFill>
              </a:rPr>
              <a:t>strain gauges</a:t>
            </a:r>
            <a:endParaRPr lang="en-US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tx1"/>
                </a:solidFill>
              </a:rPr>
              <a:t>Software development will begin this weekend</a:t>
            </a:r>
          </a:p>
        </p:txBody>
      </p:sp>
    </p:spTree>
    <p:extLst>
      <p:ext uri="{BB962C8B-B14F-4D97-AF65-F5344CB8AC3E}">
        <p14:creationId xmlns:p14="http://schemas.microsoft.com/office/powerpoint/2010/main" val="18673819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234</TotalTime>
  <Words>71</Words>
  <Application>Microsoft Office PowerPoint</Application>
  <PresentationFormat>Widescreen</PresentationFormat>
  <Paragraphs>12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Matota, LN, Miss [24989142@sun.ac.za]</dc:creator>
  <cp:lastModifiedBy>Matota, LN, Miss [24989142@sun.ac.za]</cp:lastModifiedBy>
  <cp:revision>2</cp:revision>
  <dcterms:created xsi:type="dcterms:W3CDTF">2026-04-21T12:19:32Z</dcterms:created>
  <dcterms:modified xsi:type="dcterms:W3CDTF">2026-08-18T12:05:39Z</dcterms:modified>
</cp:coreProperties>
</file>