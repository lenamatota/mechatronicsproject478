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4938E0-FFF7-45CD-B365-FCC9ADB4FBC0}" v="1" dt="2026-10-06T11:59:27.5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ota, LN, Miss [24989142@sun.ac.za]" userId="7a1f7bb1-56ac-4c00-937c-47b0bcb81363" providerId="ADAL" clId="{8B03531C-D65D-4FC7-A92A-A0BB20D20D7C}"/>
    <pc:docChg chg="undo custSel addSld delSld modSld">
      <pc:chgData name="Matota, LN, Miss [24989142@sun.ac.za]" userId="7a1f7bb1-56ac-4c00-937c-47b0bcb81363" providerId="ADAL" clId="{8B03531C-D65D-4FC7-A92A-A0BB20D20D7C}" dt="2026-10-06T11:59:27.591" v="2976" actId="767"/>
      <pc:docMkLst>
        <pc:docMk/>
      </pc:docMkLst>
      <pc:sldChg chg="addSp modSp mod">
        <pc:chgData name="Matota, LN, Miss [24989142@sun.ac.za]" userId="7a1f7bb1-56ac-4c00-937c-47b0bcb81363" providerId="ADAL" clId="{8B03531C-D65D-4FC7-A92A-A0BB20D20D7C}" dt="2026-10-06T11:59:27.591" v="2976" actId="767"/>
        <pc:sldMkLst>
          <pc:docMk/>
          <pc:sldMk cId="3634458474" sldId="256"/>
        </pc:sldMkLst>
        <pc:spChg chg="add mod">
          <ac:chgData name="Matota, LN, Miss [24989142@sun.ac.za]" userId="7a1f7bb1-56ac-4c00-937c-47b0bcb81363" providerId="ADAL" clId="{8B03531C-D65D-4FC7-A92A-A0BB20D20D7C}" dt="2026-10-06T11:59:27.591" v="2976" actId="767"/>
          <ac:spMkLst>
            <pc:docMk/>
            <pc:sldMk cId="3634458474" sldId="256"/>
            <ac:spMk id="2" creationId="{D20B7544-B312-EF50-E49C-216D2E7AF452}"/>
          </ac:spMkLst>
        </pc:spChg>
        <pc:spChg chg="mod">
          <ac:chgData name="Matota, LN, Miss [24989142@sun.ac.za]" userId="7a1f7bb1-56ac-4c00-937c-47b0bcb81363" providerId="ADAL" clId="{8B03531C-D65D-4FC7-A92A-A0BB20D20D7C}" dt="2026-10-06T11:21:51.077" v="2718" actId="20577"/>
          <ac:spMkLst>
            <pc:docMk/>
            <pc:sldMk cId="3634458474" sldId="256"/>
            <ac:spMk id="4" creationId="{BB1F2019-93C2-EC76-597C-181B917B613F}"/>
          </ac:spMkLst>
        </pc:spChg>
        <pc:spChg chg="mod">
          <ac:chgData name="Matota, LN, Miss [24989142@sun.ac.za]" userId="7a1f7bb1-56ac-4c00-937c-47b0bcb81363" providerId="ADAL" clId="{8B03531C-D65D-4FC7-A92A-A0BB20D20D7C}" dt="2026-10-06T11:23:40.249" v="2975" actId="20577"/>
          <ac:spMkLst>
            <pc:docMk/>
            <pc:sldMk cId="3634458474" sldId="256"/>
            <ac:spMk id="5" creationId="{1F8DBEAB-31A9-BA81-AEEB-213E0520AE5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2B596-C266-9E5A-1579-D4F3BB0B19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8D463C-5F48-2F6B-CACF-77A75DBE4F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8539B-4961-6290-9B64-F7BF52967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332A8-CEAE-4241-9842-981792316C5A}" type="datetimeFigureOut">
              <a:rPr lang="en-ZA" smtClean="0"/>
              <a:t>2026/10/06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6EEA0-3A6E-90EA-7690-064146D1E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5E06A-BCDC-56C7-590D-1A487AF14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62A74-6B61-4557-AF7F-1BEAA44C7EF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21370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F18FA-9E2A-E798-BEFA-3ED908576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6998A-FB21-FE1E-1921-68F0608F9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429E5-FCA9-375C-9A7E-E7AD60824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332A8-CEAE-4241-9842-981792316C5A}" type="datetimeFigureOut">
              <a:rPr lang="en-ZA" smtClean="0"/>
              <a:t>2026/10/06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684E1-8DF0-C2AF-4029-C19FD1A35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E91B8-1CC6-F432-B6F8-EB0E6DB45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62A74-6B61-4557-AF7F-1BEAA44C7EF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56391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5F97C-8D85-1B5E-D4D4-3A8F9B904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0CEFB6-700E-0257-4637-F54D5109C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48389-E78D-AD05-D22C-D48359E6B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332A8-CEAE-4241-9842-981792316C5A}" type="datetimeFigureOut">
              <a:rPr lang="en-ZA" smtClean="0"/>
              <a:t>2026/10/06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A7B0A-53FC-10E0-E56D-55007BCFA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1F5C88-8FCB-6CEB-A36A-273C0EBBD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62A74-6B61-4557-AF7F-1BEAA44C7EF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69307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F5B64-E4EE-A286-53DC-563FDA9F6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ADF47-47E3-EB1A-7B05-F436097119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FE8928-9101-CD66-C1DD-6E65DAE25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E6F218-5886-B718-EF8C-B6FEB9C43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332A8-CEAE-4241-9842-981792316C5A}" type="datetimeFigureOut">
              <a:rPr lang="en-ZA" smtClean="0"/>
              <a:t>2026/10/06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C861F4-2856-7777-2EE5-C84A5D78D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AD5AB7-CC57-4C29-C2B1-913FB82D3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62A74-6B61-4557-AF7F-1BEAA44C7EF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5517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B3583-111A-616C-B668-F3AAD75EF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096A6-43EC-282E-33C8-36A0C4E8F5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9FE90-2E4A-6521-1594-59A90C041E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8869D5-D9EA-3C12-3BA5-C51BAD9851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C2BE05-A212-23CE-52C0-E679A3337F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06E9D7-37EE-9747-8388-96FE5C82A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332A8-CEAE-4241-9842-981792316C5A}" type="datetimeFigureOut">
              <a:rPr lang="en-ZA" smtClean="0"/>
              <a:t>2026/10/06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8B8F07-1CD6-042D-CE35-B95C30217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743B30-B3D2-8E5D-0AE9-4D47412EF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62A74-6B61-4557-AF7F-1BEAA44C7EF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67540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25B32-EBF0-0D6E-008C-0AC12510B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63796A-A9A7-516C-1C4F-7104FD264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332A8-CEAE-4241-9842-981792316C5A}" type="datetimeFigureOut">
              <a:rPr lang="en-ZA" smtClean="0"/>
              <a:t>2026/10/06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C684AF-F22B-9B7E-20A0-8A10D7EE7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A22158-3F7E-9844-E0AC-79F5DC01E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62A74-6B61-4557-AF7F-1BEAA44C7EF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9015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C22281-D130-04F4-0A74-35BBD50CA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332A8-CEAE-4241-9842-981792316C5A}" type="datetimeFigureOut">
              <a:rPr lang="en-ZA" smtClean="0"/>
              <a:t>2026/10/06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343501-7CB2-B16E-55DD-FDCABA367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1CCFE-9B97-CA52-ABF6-91F981EFF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62A74-6B61-4557-AF7F-1BEAA44C7EF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51092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1C507-360A-7FCD-CC5B-170F40C99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8CE5F-A309-76CC-1AD0-181904EED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554065-9C47-5D1D-A9D2-5CB32DE95E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B736F2-9315-BF7B-1AC6-DE02B3112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332A8-CEAE-4241-9842-981792316C5A}" type="datetimeFigureOut">
              <a:rPr lang="en-ZA" smtClean="0"/>
              <a:t>2026/10/06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2BD000-BEF8-1C1B-0175-98340A6F7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2664FB-DA42-A491-4FAE-730BCED13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62A74-6B61-4557-AF7F-1BEAA44C7EF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03872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C8C64-BA37-10C9-241C-32E6616EF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A0A79C-7F53-E939-93AA-FE2E09E078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FF48E0-5C32-00D5-664D-E30A3C20B7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9B87D9-C9DC-6168-DBA9-AA1E67C8A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332A8-CEAE-4241-9842-981792316C5A}" type="datetimeFigureOut">
              <a:rPr lang="en-ZA" smtClean="0"/>
              <a:t>2026/10/06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BE59DF-B3FA-AE7A-FD9F-F97BB9CA1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5E913C-6CA0-9026-C5FA-0023A6708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62A74-6B61-4557-AF7F-1BEAA44C7EF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24654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9DFA3-071F-9495-7499-AC1A7AD94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41E9DC-3DF4-3509-3464-5D26A338A1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31967-8714-58A1-3977-87CE2E6D3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332A8-CEAE-4241-9842-981792316C5A}" type="datetimeFigureOut">
              <a:rPr lang="en-ZA" smtClean="0"/>
              <a:t>2026/10/06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A9D9E-F0B0-24F9-766A-E6626E6F4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150DE-87DC-B989-50A2-3A4D19458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62A74-6B61-4557-AF7F-1BEAA44C7EF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95673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86F0FB-A406-A7E3-F6A3-920822C9B6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F8D7FD-501C-10BF-7D87-9DC390DAE1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74AE1-D7F4-3045-5EBE-4D56090EA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332A8-CEAE-4241-9842-981792316C5A}" type="datetimeFigureOut">
              <a:rPr lang="en-ZA" smtClean="0"/>
              <a:t>2026/10/06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AA65D-6496-726C-737B-BBDCB0A51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0A1A77-A1B6-998F-35C7-AB4B06E6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62A74-6B61-4557-AF7F-1BEAA44C7EF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7439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F316DD-8BE2-9438-87A6-F3F9C5CCC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1C707B-C1C1-975C-9826-720EEB325E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87179-9739-86A9-ECC5-031C6C68E2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1332A8-CEAE-4241-9842-981792316C5A}" type="datetimeFigureOut">
              <a:rPr lang="en-ZA" smtClean="0"/>
              <a:t>2026/10/06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CEEE9-85D1-D5EA-C92B-3697DF32EF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5DA69-6313-FAD8-1D11-6F53F86BD5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362A74-6B61-4557-AF7F-1BEAA44C7EF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33834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B1F2019-93C2-EC76-597C-181B917B613F}"/>
              </a:ext>
            </a:extLst>
          </p:cNvPr>
          <p:cNvSpPr txBox="1"/>
          <p:nvPr/>
        </p:nvSpPr>
        <p:spPr>
          <a:xfrm>
            <a:off x="2321442" y="499731"/>
            <a:ext cx="7549116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</a:rPr>
              <a:t>Term 4 Week 3 – Progress Meeting</a:t>
            </a:r>
            <a:endParaRPr lang="en-ZA" sz="4000" dirty="0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8DBEAB-31A9-BA81-AEEB-213E0520AE5B}"/>
              </a:ext>
            </a:extLst>
          </p:cNvPr>
          <p:cNvSpPr txBox="1"/>
          <p:nvPr/>
        </p:nvSpPr>
        <p:spPr>
          <a:xfrm>
            <a:off x="1080977" y="1637414"/>
            <a:ext cx="10037135" cy="16312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u="sng" dirty="0">
                <a:solidFill>
                  <a:srgbClr val="C00000"/>
                </a:solidFill>
              </a:rPr>
              <a:t>General Update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Solenoid Yoke redesign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Experimental setup should be ready be by tomorrow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Will confirm for safety verification via email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Continuing with documentation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0B7544-B312-EF50-E49C-216D2E7AF452}"/>
              </a:ext>
            </a:extLst>
          </p:cNvPr>
          <p:cNvSpPr txBox="1"/>
          <p:nvPr/>
        </p:nvSpPr>
        <p:spPr>
          <a:xfrm>
            <a:off x="2200940" y="575221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634458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</TotalTime>
  <Words>30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Matota, LN, Miss [24989142@sun.ac.za]</dc:creator>
  <cp:lastModifiedBy>Matota, LN, Miss [24989142@sun.ac.za]</cp:lastModifiedBy>
  <cp:revision>2</cp:revision>
  <dcterms:created xsi:type="dcterms:W3CDTF">2026-04-21T12:19:32Z</dcterms:created>
  <dcterms:modified xsi:type="dcterms:W3CDTF">2026-10-06T11:59:38Z</dcterms:modified>
</cp:coreProperties>
</file>