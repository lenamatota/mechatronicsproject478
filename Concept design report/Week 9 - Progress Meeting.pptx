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06E4D8-8A9D-4C58-A628-439B52EB77A5}" v="1" dt="2026-08-25T09:37:04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ota, LN, Miss [24989142@sun.ac.za]" userId="7a1f7bb1-56ac-4c00-937c-47b0bcb81363" providerId="ADAL" clId="{8B03531C-D65D-4FC7-A92A-A0BB20D20D7C}"/>
    <pc:docChg chg="undo custSel addSld delSld modSld">
      <pc:chgData name="Matota, LN, Miss [24989142@sun.ac.za]" userId="7a1f7bb1-56ac-4c00-937c-47b0bcb81363" providerId="ADAL" clId="{8B03531C-D65D-4FC7-A92A-A0BB20D20D7C}" dt="2026-08-25T09:37:28.873" v="1378" actId="20577"/>
      <pc:docMkLst>
        <pc:docMk/>
      </pc:docMkLst>
      <pc:sldChg chg="modSp mod">
        <pc:chgData name="Matota, LN, Miss [24989142@sun.ac.za]" userId="7a1f7bb1-56ac-4c00-937c-47b0bcb81363" providerId="ADAL" clId="{8B03531C-D65D-4FC7-A92A-A0BB20D20D7C}" dt="2026-08-25T09:37:28.873" v="1378" actId="20577"/>
        <pc:sldMkLst>
          <pc:docMk/>
          <pc:sldMk cId="3634458474" sldId="256"/>
        </pc:sldMkLst>
        <pc:spChg chg="mod">
          <ac:chgData name="Matota, LN, Miss [24989142@sun.ac.za]" userId="7a1f7bb1-56ac-4c00-937c-47b0bcb81363" providerId="ADAL" clId="{8B03531C-D65D-4FC7-A92A-A0BB20D20D7C}" dt="2026-08-25T09:37:28.873" v="1378" actId="20577"/>
          <ac:spMkLst>
            <pc:docMk/>
            <pc:sldMk cId="3634458474" sldId="256"/>
            <ac:spMk id="4" creationId="{BB1F2019-93C2-EC76-597C-181B917B613F}"/>
          </ac:spMkLst>
        </pc:spChg>
        <pc:spChg chg="mod">
          <ac:chgData name="Matota, LN, Miss [24989142@sun.ac.za]" userId="7a1f7bb1-56ac-4c00-937c-47b0bcb81363" providerId="ADAL" clId="{8B03531C-D65D-4FC7-A92A-A0BB20D20D7C}" dt="2026-08-25T09:32:21.876" v="772" actId="20577"/>
          <ac:spMkLst>
            <pc:docMk/>
            <pc:sldMk cId="3634458474" sldId="256"/>
            <ac:spMk id="5" creationId="{1F8DBEAB-31A9-BA81-AEEB-213E0520AE5B}"/>
          </ac:spMkLst>
        </pc:spChg>
      </pc:sldChg>
      <pc:sldChg chg="addSp delSp modSp mod">
        <pc:chgData name="Matota, LN, Miss [24989142@sun.ac.za]" userId="7a1f7bb1-56ac-4c00-937c-47b0bcb81363" providerId="ADAL" clId="{8B03531C-D65D-4FC7-A92A-A0BB20D20D7C}" dt="2026-08-25T09:35:29.138" v="1135" actId="20577"/>
        <pc:sldMkLst>
          <pc:docMk/>
          <pc:sldMk cId="1867381965" sldId="257"/>
        </pc:sldMkLst>
        <pc:spChg chg="add del mod">
          <ac:chgData name="Matota, LN, Miss [24989142@sun.ac.za]" userId="7a1f7bb1-56ac-4c00-937c-47b0bcb81363" providerId="ADAL" clId="{8B03531C-D65D-4FC7-A92A-A0BB20D20D7C}" dt="2026-08-18T09:44:10.653" v="216" actId="20577"/>
          <ac:spMkLst>
            <pc:docMk/>
            <pc:sldMk cId="1867381965" sldId="257"/>
            <ac:spMk id="2" creationId="{3C821951-7634-C2E0-937D-C950C8DDAED8}"/>
          </ac:spMkLst>
        </pc:spChg>
        <pc:spChg chg="add mod">
          <ac:chgData name="Matota, LN, Miss [24989142@sun.ac.za]" userId="7a1f7bb1-56ac-4c00-937c-47b0bcb81363" providerId="ADAL" clId="{8B03531C-D65D-4FC7-A92A-A0BB20D20D7C}" dt="2026-08-25T09:35:29.138" v="1135" actId="20577"/>
          <ac:spMkLst>
            <pc:docMk/>
            <pc:sldMk cId="1867381965" sldId="257"/>
            <ac:spMk id="3" creationId="{2476CFE0-1662-7E01-214A-32E6B228B22E}"/>
          </ac:spMkLst>
        </pc:spChg>
      </pc:sldChg>
      <pc:sldChg chg="modSp add mod">
        <pc:chgData name="Matota, LN, Miss [24989142@sun.ac.za]" userId="7a1f7bb1-56ac-4c00-937c-47b0bcb81363" providerId="ADAL" clId="{8B03531C-D65D-4FC7-A92A-A0BB20D20D7C}" dt="2026-08-25T09:37:15.632" v="1376" actId="20577"/>
        <pc:sldMkLst>
          <pc:docMk/>
          <pc:sldMk cId="321170222" sldId="258"/>
        </pc:sldMkLst>
        <pc:spChg chg="mod">
          <ac:chgData name="Matota, LN, Miss [24989142@sun.ac.za]" userId="7a1f7bb1-56ac-4c00-937c-47b0bcb81363" providerId="ADAL" clId="{8B03531C-D65D-4FC7-A92A-A0BB20D20D7C}" dt="2026-08-25T09:35:44.937" v="1153" actId="20577"/>
          <ac:spMkLst>
            <pc:docMk/>
            <pc:sldMk cId="321170222" sldId="258"/>
            <ac:spMk id="2" creationId="{FC705E6B-6953-9B97-463A-66E335DE2B38}"/>
          </ac:spMkLst>
        </pc:spChg>
        <pc:spChg chg="mod">
          <ac:chgData name="Matota, LN, Miss [24989142@sun.ac.za]" userId="7a1f7bb1-56ac-4c00-937c-47b0bcb81363" providerId="ADAL" clId="{8B03531C-D65D-4FC7-A92A-A0BB20D20D7C}" dt="2026-08-25T09:37:15.632" v="1376" actId="20577"/>
          <ac:spMkLst>
            <pc:docMk/>
            <pc:sldMk cId="321170222" sldId="258"/>
            <ac:spMk id="3" creationId="{6EB54202-9793-E8F1-B053-6A5BEF0A483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2B596-C266-9E5A-1579-D4F3BB0B1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D463C-5F48-2F6B-CACF-77A75DBE4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539B-4961-6290-9B64-F7BF52967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EEA0-3A6E-90EA-7690-064146D1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5E06A-BCDC-56C7-590D-1A487AF1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213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18FA-9E2A-E798-BEFA-3ED908576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6998A-FB21-FE1E-1921-68F0608F9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429E5-FCA9-375C-9A7E-E7AD6082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684E1-8DF0-C2AF-4029-C19FD1A3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91B8-1CC6-F432-B6F8-EB0E6DB45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56391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F97C-8D85-1B5E-D4D4-3A8F9B904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CEFB6-700E-0257-4637-F54D5109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48389-E78D-AD05-D22C-D48359E6B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A7B0A-53FC-10E0-E56D-55007BCF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F5C88-8FCB-6CEB-A36A-273C0EB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6930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F5B64-E4EE-A286-53DC-563FDA9F6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ADF47-47E3-EB1A-7B05-F43609711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FE8928-9101-CD66-C1DD-6E65DAE25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F218-5886-B718-EF8C-B6FEB9C4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61F4-2856-7777-2EE5-C84A5D78D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D5AB7-CC57-4C29-C2B1-913FB82D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5517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B3583-111A-616C-B668-F3AAD75EF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96A6-43EC-282E-33C8-36A0C4E8F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9FE90-2E4A-6521-1594-59A90C041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869D5-D9EA-3C12-3BA5-C51BAD9851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2BE05-A212-23CE-52C0-E679A3337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06E9D7-37EE-9747-8388-96FE5C82A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8B8F07-1CD6-042D-CE35-B95C302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743B30-B3D2-8E5D-0AE9-4D47412EF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6754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25B32-EBF0-0D6E-008C-0AC12510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3796A-A9A7-516C-1C4F-7104FD264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684AF-F22B-9B7E-20A0-8A10D7EE7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22158-3F7E-9844-E0AC-79F5DC01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90159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22281-D130-04F4-0A74-35BBD50C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343501-7CB2-B16E-55DD-FDCABA36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1CCFE-9B97-CA52-ABF6-91F981EFF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51092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507-360A-7FCD-CC5B-170F40C9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8CE5F-A309-76CC-1AD0-181904EED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54065-9C47-5D1D-A9D2-5CB32DE95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736F2-9315-BF7B-1AC6-DE02B311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2BD000-BEF8-1C1B-0175-98340A6F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664FB-DA42-A491-4FAE-730BCED1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3872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8C64-BA37-10C9-241C-32E6616E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0A79C-7F53-E939-93AA-FE2E09E07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FF48E0-5C32-00D5-664D-E30A3C20B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B87D9-C9DC-6168-DBA9-AA1E67C8A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E59DF-B3FA-AE7A-FD9F-F97BB9CA1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E913C-6CA0-9026-C5FA-0023A670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465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9DFA3-071F-9495-7499-AC1A7AD94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1E9DC-3DF4-3509-3464-5D26A338A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31967-8714-58A1-3977-87CE2E6D3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9D9E-F0B0-24F9-766A-E6626E6F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150DE-87DC-B989-50A2-3A4D19458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5673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86F0FB-A406-A7E3-F6A3-920822C9B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8D7FD-501C-10BF-7D87-9DC390DAE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74AE1-D7F4-3045-5EBE-4D5609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AA65D-6496-726C-737B-BBDCB0A51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1A77-A1B6-998F-35C7-AB4B06E6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43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316DD-8BE2-9438-87A6-F3F9C5CC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C707B-C1C1-975C-9826-720EEB325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87179-9739-86A9-ECC5-031C6C68E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32A8-CEAE-4241-9842-981792316C5A}" type="datetimeFigureOut">
              <a:rPr lang="en-ZA" smtClean="0"/>
              <a:t>2026/08/25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CEEE9-85D1-D5EA-C92B-3697DF32E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5DA69-6313-FAD8-1D11-6F53F86BD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383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1F2019-93C2-EC76-597C-181B917B613F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Term 3 Week 6 – Progress Meeting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8DBEAB-31A9-BA81-AEEB-213E0520AE5B}"/>
              </a:ext>
            </a:extLst>
          </p:cNvPr>
          <p:cNvSpPr txBox="1"/>
          <p:nvPr/>
        </p:nvSpPr>
        <p:spPr>
          <a:xfrm>
            <a:off x="1080977" y="1637414"/>
            <a:ext cx="1003713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rgbClr val="C00000"/>
                </a:solidFill>
              </a:rPr>
              <a:t>OVERVIEW: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Report updating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Software development</a:t>
            </a:r>
            <a:endParaRPr lang="en-ZA" sz="2000" dirty="0"/>
          </a:p>
        </p:txBody>
      </p:sp>
    </p:spTree>
    <p:extLst>
      <p:ext uri="{BB962C8B-B14F-4D97-AF65-F5344CB8AC3E}">
        <p14:creationId xmlns:p14="http://schemas.microsoft.com/office/powerpoint/2010/main" val="3634458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342FF-0C5A-4368-1643-CF85BF5EE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21951-7634-C2E0-937D-C950C8DDAED8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General Update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76CFE0-1662-7E01-214A-32E6B228B22E}"/>
              </a:ext>
            </a:extLst>
          </p:cNvPr>
          <p:cNvSpPr/>
          <p:nvPr/>
        </p:nvSpPr>
        <p:spPr>
          <a:xfrm>
            <a:off x="1194390" y="2239540"/>
            <a:ext cx="9803219" cy="2378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Introduction updated – Joint focused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Literature review in the process of being updated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Safety report still being written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tx1"/>
                </a:solidFill>
              </a:rPr>
              <a:t>Software development has begun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tx1"/>
                </a:solidFill>
              </a:rPr>
              <a:t>Testing a few electrical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tx1"/>
                </a:solidFill>
              </a:rPr>
              <a:t>Deriving control signal for electromagnet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tx1"/>
                </a:solidFill>
              </a:rPr>
              <a:t>Documenting experiment report</a:t>
            </a:r>
          </a:p>
        </p:txBody>
      </p:sp>
    </p:spTree>
    <p:extLst>
      <p:ext uri="{BB962C8B-B14F-4D97-AF65-F5344CB8AC3E}">
        <p14:creationId xmlns:p14="http://schemas.microsoft.com/office/powerpoint/2010/main" val="1867381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5A1AE-02A7-1ED8-1F62-C23B21D49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05E6B-6953-9B97-463A-66E335DE2B38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Q&amp;A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54202-9793-E8F1-B053-6A5BEF0A4839}"/>
              </a:ext>
            </a:extLst>
          </p:cNvPr>
          <p:cNvSpPr/>
          <p:nvPr/>
        </p:nvSpPr>
        <p:spPr>
          <a:xfrm>
            <a:off x="1194390" y="2239540"/>
            <a:ext cx="9803219" cy="2378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Can extra documentation be included in the appendix?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Drawing pack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Safety report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Experimental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Or this is what the portfolio is for?</a:t>
            </a:r>
          </a:p>
        </p:txBody>
      </p:sp>
    </p:spTree>
    <p:extLst>
      <p:ext uri="{BB962C8B-B14F-4D97-AF65-F5344CB8AC3E}">
        <p14:creationId xmlns:p14="http://schemas.microsoft.com/office/powerpoint/2010/main" val="321170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77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Matota, LN, Miss [24989142@sun.ac.za]</dc:creator>
  <cp:lastModifiedBy>Matota, LN, Miss [24989142@sun.ac.za]</cp:lastModifiedBy>
  <cp:revision>2</cp:revision>
  <dcterms:created xsi:type="dcterms:W3CDTF">2026-04-21T12:19:32Z</dcterms:created>
  <dcterms:modified xsi:type="dcterms:W3CDTF">2026-08-25T09:37:36Z</dcterms:modified>
</cp:coreProperties>
</file>