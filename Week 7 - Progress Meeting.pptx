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72578-D00D-468E-B36A-AEDAD77C548B}" v="31" dt="2026-04-14T13:00:35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ota, LN, Miss [24989142@sun.ac.za]" userId="7a1f7bb1-56ac-4c00-937c-47b0bcb81363" providerId="ADAL" clId="{8B03531C-D65D-4FC7-A92A-A0BB20D20D7C}"/>
    <pc:docChg chg="undo custSel addSld delSld modSld">
      <pc:chgData name="Matota, LN, Miss [24989142@sun.ac.za]" userId="7a1f7bb1-56ac-4c00-937c-47b0bcb81363" providerId="ADAL" clId="{8B03531C-D65D-4FC7-A92A-A0BB20D20D7C}" dt="2026-04-14T13:39:18.896" v="857" actId="20577"/>
      <pc:docMkLst>
        <pc:docMk/>
      </pc:docMkLst>
      <pc:sldChg chg="addSp modSp mod">
        <pc:chgData name="Matota, LN, Miss [24989142@sun.ac.za]" userId="7a1f7bb1-56ac-4c00-937c-47b0bcb81363" providerId="ADAL" clId="{8B03531C-D65D-4FC7-A92A-A0BB20D20D7C}" dt="2026-04-14T12:21:15.601" v="224" actId="20577"/>
        <pc:sldMkLst>
          <pc:docMk/>
          <pc:sldMk cId="1392579619" sldId="256"/>
        </pc:sldMkLst>
        <pc:spChg chg="mod">
          <ac:chgData name="Matota, LN, Miss [24989142@sun.ac.za]" userId="7a1f7bb1-56ac-4c00-937c-47b0bcb81363" providerId="ADAL" clId="{8B03531C-D65D-4FC7-A92A-A0BB20D20D7C}" dt="2026-04-14T12:21:15.601" v="224" actId="20577"/>
          <ac:spMkLst>
            <pc:docMk/>
            <pc:sldMk cId="1392579619" sldId="256"/>
            <ac:spMk id="6" creationId="{55D08AF6-DE50-5B54-131A-EE16DE14C0C8}"/>
          </ac:spMkLst>
        </pc:spChg>
        <pc:picChg chg="add mod">
          <ac:chgData name="Matota, LN, Miss [24989142@sun.ac.za]" userId="7a1f7bb1-56ac-4c00-937c-47b0bcb81363" providerId="ADAL" clId="{8B03531C-D65D-4FC7-A92A-A0BB20D20D7C}" dt="2026-04-14T12:20:47.643" v="148" actId="1076"/>
          <ac:picMkLst>
            <pc:docMk/>
            <pc:sldMk cId="1392579619" sldId="256"/>
            <ac:picMk id="3" creationId="{BB81B87A-28C9-6E10-5FCC-EA187F6922DB}"/>
          </ac:picMkLst>
        </pc:picChg>
      </pc:sldChg>
      <pc:sldChg chg="addSp delSp modSp del mod">
        <pc:chgData name="Matota, LN, Miss [24989142@sun.ac.za]" userId="7a1f7bb1-56ac-4c00-937c-47b0bcb81363" providerId="ADAL" clId="{8B03531C-D65D-4FC7-A92A-A0BB20D20D7C}" dt="2026-04-14T12:38:42.087" v="746" actId="2696"/>
        <pc:sldMkLst>
          <pc:docMk/>
          <pc:sldMk cId="2694377245" sldId="257"/>
        </pc:sldMkLst>
        <pc:spChg chg="del mod">
          <ac:chgData name="Matota, LN, Miss [24989142@sun.ac.za]" userId="7a1f7bb1-56ac-4c00-937c-47b0bcb81363" providerId="ADAL" clId="{8B03531C-D65D-4FC7-A92A-A0BB20D20D7C}" dt="2026-04-14T12:22:58.014" v="340" actId="478"/>
          <ac:spMkLst>
            <pc:docMk/>
            <pc:sldMk cId="2694377245" sldId="257"/>
            <ac:spMk id="2" creationId="{0B892319-CB14-232A-E455-567E20506B34}"/>
          </ac:spMkLst>
        </pc:spChg>
        <pc:spChg chg="del mod">
          <ac:chgData name="Matota, LN, Miss [24989142@sun.ac.za]" userId="7a1f7bb1-56ac-4c00-937c-47b0bcb81363" providerId="ADAL" clId="{8B03531C-D65D-4FC7-A92A-A0BB20D20D7C}" dt="2026-04-14T12:38:31.699" v="743" actId="478"/>
          <ac:spMkLst>
            <pc:docMk/>
            <pc:sldMk cId="2694377245" sldId="257"/>
            <ac:spMk id="5" creationId="{6EEF0955-5867-F309-3A6B-463342C2155A}"/>
          </ac:spMkLst>
        </pc:spChg>
        <pc:graphicFrameChg chg="add del mod modGraphic">
          <ac:chgData name="Matota, LN, Miss [24989142@sun.ac.za]" userId="7a1f7bb1-56ac-4c00-937c-47b0bcb81363" providerId="ADAL" clId="{8B03531C-D65D-4FC7-A92A-A0BB20D20D7C}" dt="2026-04-14T12:38:31.699" v="743" actId="478"/>
          <ac:graphicFrameMkLst>
            <pc:docMk/>
            <pc:sldMk cId="2694377245" sldId="257"/>
            <ac:graphicFrameMk id="3" creationId="{A16D8606-5233-11E3-47D6-C98B6657E3CD}"/>
          </ac:graphicFrameMkLst>
        </pc:graphicFrameChg>
      </pc:sldChg>
      <pc:sldChg chg="del">
        <pc:chgData name="Matota, LN, Miss [24989142@sun.ac.za]" userId="7a1f7bb1-56ac-4c00-937c-47b0bcb81363" providerId="ADAL" clId="{8B03531C-D65D-4FC7-A92A-A0BB20D20D7C}" dt="2026-04-14T12:59:26.428" v="747" actId="2696"/>
        <pc:sldMkLst>
          <pc:docMk/>
          <pc:sldMk cId="2922027857" sldId="258"/>
        </pc:sldMkLst>
      </pc:sldChg>
      <pc:sldChg chg="del">
        <pc:chgData name="Matota, LN, Miss [24989142@sun.ac.za]" userId="7a1f7bb1-56ac-4c00-937c-47b0bcb81363" providerId="ADAL" clId="{8B03531C-D65D-4FC7-A92A-A0BB20D20D7C}" dt="2026-04-14T12:59:29.102" v="748" actId="2696"/>
        <pc:sldMkLst>
          <pc:docMk/>
          <pc:sldMk cId="3582570888" sldId="259"/>
        </pc:sldMkLst>
      </pc:sldChg>
      <pc:sldChg chg="modSp mod setBg">
        <pc:chgData name="Matota, LN, Miss [24989142@sun.ac.za]" userId="7a1f7bb1-56ac-4c00-937c-47b0bcb81363" providerId="ADAL" clId="{8B03531C-D65D-4FC7-A92A-A0BB20D20D7C}" dt="2026-04-14T13:39:18.896" v="857" actId="20577"/>
        <pc:sldMkLst>
          <pc:docMk/>
          <pc:sldMk cId="3303862751" sldId="260"/>
        </pc:sldMkLst>
        <pc:spChg chg="mod">
          <ac:chgData name="Matota, LN, Miss [24989142@sun.ac.za]" userId="7a1f7bb1-56ac-4c00-937c-47b0bcb81363" providerId="ADAL" clId="{8B03531C-D65D-4FC7-A92A-A0BB20D20D7C}" dt="2026-04-14T13:39:18.896" v="857" actId="20577"/>
          <ac:spMkLst>
            <pc:docMk/>
            <pc:sldMk cId="3303862751" sldId="260"/>
            <ac:spMk id="3" creationId="{0654B755-8DCB-1D96-E538-5FD52A2CE0CC}"/>
          </ac:spMkLst>
        </pc:spChg>
      </pc:sldChg>
      <pc:sldChg chg="addSp delSp modSp del mod setBg">
        <pc:chgData name="Matota, LN, Miss [24989142@sun.ac.za]" userId="7a1f7bb1-56ac-4c00-937c-47b0bcb81363" providerId="ADAL" clId="{8B03531C-D65D-4FC7-A92A-A0BB20D20D7C}" dt="2026-04-14T12:05:05.231" v="10" actId="47"/>
        <pc:sldMkLst>
          <pc:docMk/>
          <pc:sldMk cId="1183797817" sldId="261"/>
        </pc:sldMkLst>
        <pc:picChg chg="add del mod">
          <ac:chgData name="Matota, LN, Miss [24989142@sun.ac.za]" userId="7a1f7bb1-56ac-4c00-937c-47b0bcb81363" providerId="ADAL" clId="{8B03531C-D65D-4FC7-A92A-A0BB20D20D7C}" dt="2026-04-14T12:02:32.819" v="1" actId="478"/>
          <ac:picMkLst>
            <pc:docMk/>
            <pc:sldMk cId="1183797817" sldId="261"/>
            <ac:picMk id="5" creationId="{4E5ED336-77D8-D1D1-5B61-1EC5494779D8}"/>
          </ac:picMkLst>
        </pc:picChg>
      </pc:sldChg>
      <pc:sldChg chg="addSp modSp add del mod">
        <pc:chgData name="Matota, LN, Miss [24989142@sun.ac.za]" userId="7a1f7bb1-56ac-4c00-937c-47b0bcb81363" providerId="ADAL" clId="{8B03531C-D65D-4FC7-A92A-A0BB20D20D7C}" dt="2026-04-14T13:38:54.597" v="855" actId="20577"/>
        <pc:sldMkLst>
          <pc:docMk/>
          <pc:sldMk cId="2951984335" sldId="262"/>
        </pc:sldMkLst>
        <pc:spChg chg="mod">
          <ac:chgData name="Matota, LN, Miss [24989142@sun.ac.za]" userId="7a1f7bb1-56ac-4c00-937c-47b0bcb81363" providerId="ADAL" clId="{8B03531C-D65D-4FC7-A92A-A0BB20D20D7C}" dt="2026-04-14T13:38:54.597" v="855" actId="20577"/>
          <ac:spMkLst>
            <pc:docMk/>
            <pc:sldMk cId="2951984335" sldId="262"/>
            <ac:spMk id="3" creationId="{80C3C42C-040D-CFB0-9FF4-AD7A5F04785D}"/>
          </ac:spMkLst>
        </pc:spChg>
        <pc:picChg chg="add mod">
          <ac:chgData name="Matota, LN, Miss [24989142@sun.ac.za]" userId="7a1f7bb1-56ac-4c00-937c-47b0bcb81363" providerId="ADAL" clId="{8B03531C-D65D-4FC7-A92A-A0BB20D20D7C}" dt="2026-04-14T13:31:16.695" v="833" actId="1076"/>
          <ac:picMkLst>
            <pc:docMk/>
            <pc:sldMk cId="2951984335" sldId="262"/>
            <ac:picMk id="4" creationId="{2DD18DF1-E693-D5B2-D002-2A3D5FE671B8}"/>
          </ac:picMkLst>
        </pc:picChg>
      </pc:sldChg>
      <pc:sldChg chg="addSp modSp add del mod">
        <pc:chgData name="Matota, LN, Miss [24989142@sun.ac.za]" userId="7a1f7bb1-56ac-4c00-937c-47b0bcb81363" providerId="ADAL" clId="{8B03531C-D65D-4FC7-A92A-A0BB20D20D7C}" dt="2026-04-14T13:25:18.179" v="830" actId="2696"/>
        <pc:sldMkLst>
          <pc:docMk/>
          <pc:sldMk cId="1865811121" sldId="263"/>
        </pc:sldMkLst>
        <pc:spChg chg="add mod">
          <ac:chgData name="Matota, LN, Miss [24989142@sun.ac.za]" userId="7a1f7bb1-56ac-4c00-937c-47b0bcb81363" providerId="ADAL" clId="{8B03531C-D65D-4FC7-A92A-A0BB20D20D7C}" dt="2026-04-14T13:00:40.945" v="829" actId="207"/>
          <ac:spMkLst>
            <pc:docMk/>
            <pc:sldMk cId="1865811121" sldId="263"/>
            <ac:spMk id="2" creationId="{100B99D3-C9BC-D5AC-1831-415F56FFDF47}"/>
          </ac:spMkLst>
        </pc:spChg>
        <pc:spChg chg="mod">
          <ac:chgData name="Matota, LN, Miss [24989142@sun.ac.za]" userId="7a1f7bb1-56ac-4c00-937c-47b0bcb81363" providerId="ADAL" clId="{8B03531C-D65D-4FC7-A92A-A0BB20D20D7C}" dt="2026-04-14T13:00:23.818" v="827" actId="20577"/>
          <ac:spMkLst>
            <pc:docMk/>
            <pc:sldMk cId="1865811121" sldId="263"/>
            <ac:spMk id="3" creationId="{CD884425-6023-7C7A-F6BF-8BE9C59A2A7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DEA6-DCBF-391D-0699-DAC19F44F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04324-A004-CB9C-5C01-0FD84C527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E2F99-CCE7-98E8-A6D1-633E863D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09B8C-B6A2-9635-8CA5-74A92676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C656-DA9D-D4CA-4D0D-5C263149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574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962D-B3A9-8147-9A6E-7C0DF462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E2B13-B49C-B6EC-29FF-D98C40E4F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8E6D3-425F-99EF-A155-DDE89C1D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5886E-F098-9E36-1548-020838C3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25BE7-58D2-6DF5-7164-CB185E6B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474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AD0F-46A0-619E-57F0-41FD358B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2A852-EAD2-D2E2-5771-9AF525F0D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95C5F-3A9E-D28D-23A2-9861EC58B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E6F56-ECC1-5190-C395-FDFA940C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B826F-20CB-DD51-B285-720D2B60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397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6AFD-14FB-1D86-A948-CA52A2C8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BBC54-9085-05BB-886E-DAF4C68DB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10E72-AD6A-3CFC-DC6C-653E4930B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F5B54-E924-7951-ED5E-731B1C3B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1340A-FCE5-6150-83F0-4F27C99A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AD4D0-30E6-1962-7FA3-6BF9376B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3037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F607-F2D9-B024-4B47-B0B379E9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6FBAB-F62D-3A56-74F1-F388928EE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78EB4-EE9A-4A9D-AF33-999BCEA8E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98C45-42EE-4A49-F78F-8BDCD7852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90562-C119-E805-E7A2-8FAC0D512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A58B5-49DB-0AAA-7B93-555DC975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B2DC36-CDBC-06D1-04E3-A9C9D15CC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ABFF8D-86AB-6113-1635-219CF586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852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0181F-7C86-1FF6-B082-7ED018F9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30DCE-B6F6-D139-9E00-BC57FCEE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2ED35-A932-4692-21C3-23CD75B6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7B526-6A43-971C-D8D5-74968EC0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830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A48CC-1FE0-5DEB-D454-173B27EA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676C7-C123-48D1-2AC6-B949EB33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00B46-9B1A-108C-6CCA-C62A3BDC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7892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50FF-6C3F-F5CF-787C-53C86CAE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418E-1F28-E7FE-708F-64305FE06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738C1-0A9E-A897-60FC-273977E42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D3953-C0BC-0AD7-47C0-A66B11B4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83F02-EF08-0F1A-12FE-F32A4E3E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23C7A-12DA-0C00-55B0-B7AD8396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008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BEDB-CBE3-42E6-19E9-BAA771D05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0D6D28-8440-E730-E231-4A14AF848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9EA82-D1BE-AB3E-0940-638CAF91D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80D91-7AA8-26C9-CE76-39274B25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1CCDB-CF2F-8AF9-3435-88F7702C4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B4B51-0219-8C11-75C3-8AB4EF26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955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538C-972A-B95C-EC18-6E3B9FB4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26BD3-567B-B4DF-5A2E-6BE057A0F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22B74-745A-397B-2BE4-E5AE8A45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22725-3DB5-AAE4-3DBA-CFF8768C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37CD5-4667-2405-F328-0F6C5352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487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FD296D-CEA5-4C23-264C-5A7CC72D0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1F598-35A2-3B97-722F-1365F01F6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9D79-63EF-311D-C318-3D6B7349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C8959-FBB5-E527-170A-6775D54A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9317F-BDE9-CAA2-5352-FF1209B1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245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ED2826-B9C4-6BE0-7C3A-45650949B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04CDF-D497-F426-E867-F01574389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FB5B9-A0B7-1DF0-E300-7B1C1299A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5F84A-ECEA-40FB-A384-79F845795A1C}" type="datetimeFigureOut">
              <a:rPr lang="en-ZA" smtClean="0"/>
              <a:t>2026/04/14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65625-9992-07B3-EEA0-551C5B671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2D7EC-1F4C-7C78-D916-5DED1FCA8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57E49-D765-48E0-BCEE-075E9D5F7E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897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0EAA7-BA97-373D-64CB-58CB19C9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F0955-5867-F309-3A6B-463342C2155A}"/>
              </a:ext>
            </a:extLst>
          </p:cNvPr>
          <p:cNvSpPr txBox="1"/>
          <p:nvPr/>
        </p:nvSpPr>
        <p:spPr>
          <a:xfrm>
            <a:off x="875414" y="1903227"/>
            <a:ext cx="1018599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Week 7 – Progress Meeting</a:t>
            </a:r>
            <a:endParaRPr lang="en-ZA" sz="32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4B755-8DCB-1D96-E538-5FD52A2CE0CC}"/>
              </a:ext>
            </a:extLst>
          </p:cNvPr>
          <p:cNvSpPr txBox="1"/>
          <p:nvPr/>
        </p:nvSpPr>
        <p:spPr>
          <a:xfrm>
            <a:off x="875414" y="2954227"/>
            <a:ext cx="10185990" cy="1138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C00000"/>
                </a:solidFill>
              </a:rPr>
              <a:t>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Functional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Concept Generation</a:t>
            </a:r>
          </a:p>
        </p:txBody>
      </p:sp>
    </p:spTree>
    <p:extLst>
      <p:ext uri="{BB962C8B-B14F-4D97-AF65-F5344CB8AC3E}">
        <p14:creationId xmlns:p14="http://schemas.microsoft.com/office/powerpoint/2010/main" val="330386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EF0955-5867-F309-3A6B-463342C2155A}"/>
              </a:ext>
            </a:extLst>
          </p:cNvPr>
          <p:cNvSpPr txBox="1"/>
          <p:nvPr/>
        </p:nvSpPr>
        <p:spPr>
          <a:xfrm>
            <a:off x="1003005" y="435935"/>
            <a:ext cx="1018599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Functional Requirements</a:t>
            </a:r>
            <a:endParaRPr lang="en-ZA" sz="32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08AF6-DE50-5B54-131A-EE16DE14C0C8}"/>
              </a:ext>
            </a:extLst>
          </p:cNvPr>
          <p:cNvSpPr txBox="1"/>
          <p:nvPr/>
        </p:nvSpPr>
        <p:spPr>
          <a:xfrm>
            <a:off x="1003005" y="1201480"/>
            <a:ext cx="1018599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FR_01: Hold link’s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FR_02: Release hold to allow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FR_03 Measure angular displacement</a:t>
            </a:r>
            <a:endParaRPr lang="en-ZA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81B87A-28C9-6E10-5FCC-EA187F692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759" y="2434591"/>
            <a:ext cx="6080482" cy="41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7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93CCE-8BDA-B93C-FBA0-D045806E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C3C42C-040D-CFB0-9FF4-AD7A5F04785D}"/>
              </a:ext>
            </a:extLst>
          </p:cNvPr>
          <p:cNvSpPr txBox="1"/>
          <p:nvPr/>
        </p:nvSpPr>
        <p:spPr>
          <a:xfrm>
            <a:off x="1722474" y="467833"/>
            <a:ext cx="915463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Concept : </a:t>
            </a:r>
            <a:r>
              <a:rPr lang="en-US" sz="3200" dirty="0"/>
              <a:t>Active Brake for Revolute Joint</a:t>
            </a:r>
            <a:endParaRPr lang="en-ZA" sz="32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18DF1-E693-D5B2-D002-2A3D5FE67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887" y="1640808"/>
            <a:ext cx="6472226" cy="483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8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Matota, LN, Miss [24989142@sun.ac.za]</dc:creator>
  <cp:lastModifiedBy>Matota, LN, Miss [24989142@sun.ac.za]</cp:lastModifiedBy>
  <cp:revision>2</cp:revision>
  <dcterms:created xsi:type="dcterms:W3CDTF">2026-03-10T12:31:17Z</dcterms:created>
  <dcterms:modified xsi:type="dcterms:W3CDTF">2026-04-14T13:39:24Z</dcterms:modified>
</cp:coreProperties>
</file>